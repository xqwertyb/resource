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DB1DE-9CC6-45C5-B278-3549FD953EE4}" type="datetimeFigureOut">
              <a:rPr lang="ru-RU" smtClean="0"/>
              <a:t>26.09.2024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EFFAE-183F-4724-9756-35468540B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869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kirish</a:t>
            </a:r>
            <a:r>
              <a:rPr lang="en-US" dirty="0"/>
              <a:t> </a:t>
            </a:r>
            <a:r>
              <a:rPr lang="en-US" dirty="0" err="1"/>
              <a:t>sahifasida</a:t>
            </a:r>
            <a:r>
              <a:rPr lang="en-US" dirty="0"/>
              <a:t> </a:t>
            </a:r>
            <a:r>
              <a:rPr lang="en-US" dirty="0" err="1"/>
              <a:t>talabalar</a:t>
            </a:r>
            <a:r>
              <a:rPr lang="en-US" dirty="0"/>
              <a:t> </a:t>
            </a:r>
            <a:r>
              <a:rPr lang="en-US" dirty="0" err="1"/>
              <a:t>hemis</a:t>
            </a:r>
            <a:r>
              <a:rPr lang="en-US" dirty="0"/>
              <a:t> </a:t>
            </a:r>
            <a:r>
              <a:rPr lang="en-US" dirty="0" err="1"/>
              <a:t>tizimidagi</a:t>
            </a:r>
            <a:r>
              <a:rPr lang="en-US" dirty="0"/>
              <a:t> </a:t>
            </a:r>
            <a:r>
              <a:rPr lang="en-US" dirty="0" err="1"/>
              <a:t>berilgan</a:t>
            </a:r>
            <a:r>
              <a:rPr lang="en-US" dirty="0"/>
              <a:t> login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parol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kirishlari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FceID</a:t>
            </a:r>
            <a:r>
              <a:rPr lang="en-US" dirty="0"/>
              <a:t> (</a:t>
            </a:r>
            <a:r>
              <a:rPr lang="en-US" dirty="0" err="1"/>
              <a:t>yuzni</a:t>
            </a:r>
            <a:r>
              <a:rPr lang="en-US" dirty="0"/>
              <a:t> </a:t>
            </a:r>
            <a:r>
              <a:rPr lang="en-US" dirty="0" err="1"/>
              <a:t>tanib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) </a:t>
            </a:r>
            <a:r>
              <a:rPr lang="en-US" dirty="0" err="1"/>
              <a:t>tizimi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kirish</a:t>
            </a:r>
            <a:r>
              <a:rPr lang="en-US" dirty="0"/>
              <a:t> </a:t>
            </a:r>
            <a:r>
              <a:rPr lang="en-US" dirty="0" err="1"/>
              <a:t>imkoniyati</a:t>
            </a:r>
            <a:r>
              <a:rPr lang="en-US" dirty="0"/>
              <a:t> </a:t>
            </a:r>
            <a:r>
              <a:rPr lang="en-US" dirty="0" err="1"/>
              <a:t>yaratilgan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EFFAE-183F-4724-9756-35468540BDA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391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Tizimga</a:t>
            </a:r>
            <a:r>
              <a:rPr lang="en-US" dirty="0"/>
              <a:t> </a:t>
            </a:r>
            <a:r>
              <a:rPr lang="en-US" dirty="0" err="1"/>
              <a:t>muvaffaqiyatli</a:t>
            </a:r>
            <a:r>
              <a:rPr lang="en-US" dirty="0"/>
              <a:t> </a:t>
            </a:r>
            <a:r>
              <a:rPr lang="en-US" dirty="0" err="1"/>
              <a:t>kirilgandan</a:t>
            </a:r>
            <a:r>
              <a:rPr lang="en-US" dirty="0"/>
              <a:t> </a:t>
            </a:r>
            <a:r>
              <a:rPr lang="en-US" dirty="0" err="1"/>
              <a:t>so’ng</a:t>
            </a:r>
            <a:r>
              <a:rPr lang="en-US" dirty="0"/>
              <a:t> </a:t>
            </a:r>
            <a:r>
              <a:rPr lang="en-US" dirty="0" err="1"/>
              <a:t>bizni</a:t>
            </a:r>
            <a:r>
              <a:rPr lang="en-US" dirty="0"/>
              <a:t> bosh </a:t>
            </a:r>
            <a:r>
              <a:rPr lang="en-US" dirty="0" err="1"/>
              <a:t>sahifa</a:t>
            </a:r>
            <a:r>
              <a:rPr lang="en-US" dirty="0"/>
              <a:t> </a:t>
            </a:r>
            <a:r>
              <a:rPr lang="en-US" dirty="0" err="1"/>
              <a:t>kutib</a:t>
            </a:r>
            <a:r>
              <a:rPr lang="en-US" dirty="0"/>
              <a:t> </a:t>
            </a:r>
            <a:r>
              <a:rPr lang="en-US" dirty="0" err="1"/>
              <a:t>oladi</a:t>
            </a:r>
            <a:r>
              <a:rPr lang="en-US" dirty="0"/>
              <a:t>, Bosh </a:t>
            </a:r>
            <a:r>
              <a:rPr lang="en-US" dirty="0" err="1"/>
              <a:t>sahifada</a:t>
            </a:r>
            <a:r>
              <a:rPr lang="en-US" dirty="0"/>
              <a:t> </a:t>
            </a:r>
            <a:r>
              <a:rPr lang="en-US" dirty="0" err="1"/>
              <a:t>talabaga</a:t>
            </a:r>
            <a:r>
              <a:rPr lang="en-US" dirty="0"/>
              <a:t> </a:t>
            </a:r>
            <a:r>
              <a:rPr lang="en-US" dirty="0" err="1"/>
              <a:t>biriktirilgan</a:t>
            </a:r>
            <a:r>
              <a:rPr lang="en-US" dirty="0"/>
              <a:t> </a:t>
            </a:r>
            <a:r>
              <a:rPr lang="en-US" dirty="0" err="1"/>
              <a:t>fanlar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ettirilgan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shu</a:t>
            </a:r>
            <a:r>
              <a:rPr lang="en-US" dirty="0"/>
              <a:t> </a:t>
            </a:r>
            <a:r>
              <a:rPr lang="en-US" dirty="0" err="1"/>
              <a:t>oynadan</a:t>
            </a:r>
            <a:r>
              <a:rPr lang="en-US" dirty="0"/>
              <a:t> </a:t>
            </a:r>
            <a:r>
              <a:rPr lang="en-US" dirty="0" err="1"/>
              <a:t>fanlarning</a:t>
            </a:r>
            <a:r>
              <a:rPr lang="en-US" dirty="0"/>
              <a:t> </a:t>
            </a:r>
            <a:r>
              <a:rPr lang="en-US" dirty="0" err="1"/>
              <a:t>topshiriqlari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ularga</a:t>
            </a:r>
            <a:r>
              <a:rPr lang="en-US" dirty="0"/>
              <a:t> </a:t>
            </a:r>
            <a:r>
              <a:rPr lang="en-US" dirty="0" err="1"/>
              <a:t>briktirilgan</a:t>
            </a:r>
            <a:r>
              <a:rPr lang="en-US" dirty="0"/>
              <a:t> </a:t>
            </a:r>
            <a:r>
              <a:rPr lang="en-US" dirty="0" err="1"/>
              <a:t>resurslarga</a:t>
            </a:r>
            <a:r>
              <a:rPr lang="en-US" dirty="0"/>
              <a:t> </a:t>
            </a:r>
            <a:r>
              <a:rPr lang="en-US" dirty="0" err="1"/>
              <a:t>o’tish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EFFAE-183F-4724-9756-35468540BDA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028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</a:t>
            </a:r>
            <a:r>
              <a:rPr lang="en-US" dirty="0" err="1"/>
              <a:t>oynada</a:t>
            </a:r>
            <a:r>
              <a:rPr lang="en-US" dirty="0"/>
              <a:t> </a:t>
            </a:r>
            <a:r>
              <a:rPr lang="en-US" dirty="0" err="1"/>
              <a:t>fanlarning</a:t>
            </a:r>
            <a:r>
              <a:rPr lang="en-US" dirty="0"/>
              <a:t> </a:t>
            </a:r>
            <a:r>
              <a:rPr lang="en-US" dirty="0" err="1"/>
              <a:t>mavzusiga</a:t>
            </a:r>
            <a:r>
              <a:rPr lang="en-US" dirty="0"/>
              <a:t> </a:t>
            </a:r>
            <a:r>
              <a:rPr lang="en-US" dirty="0" err="1"/>
              <a:t>briktirilgan</a:t>
            </a:r>
            <a:r>
              <a:rPr lang="en-US" dirty="0"/>
              <a:t> </a:t>
            </a:r>
            <a:r>
              <a:rPr lang="en-US" dirty="0" err="1"/>
              <a:t>resurslar</a:t>
            </a:r>
            <a:r>
              <a:rPr lang="en-US" dirty="0"/>
              <a:t> </a:t>
            </a:r>
            <a:r>
              <a:rPr lang="en-US" dirty="0" err="1"/>
              <a:t>joylashgan</a:t>
            </a:r>
            <a:r>
              <a:rPr lang="en-US" dirty="0"/>
              <a:t> </a:t>
            </a:r>
            <a:r>
              <a:rPr lang="en-US" dirty="0" err="1"/>
              <a:t>misol</a:t>
            </a:r>
            <a:r>
              <a:rPr lang="en-US" dirty="0"/>
              <a:t> </a:t>
            </a:r>
            <a:r>
              <a:rPr lang="en-US" dirty="0" err="1"/>
              <a:t>keltirilgan</a:t>
            </a:r>
            <a:r>
              <a:rPr lang="en-US" dirty="0"/>
              <a:t> </a:t>
            </a:r>
            <a:r>
              <a:rPr lang="en-US" dirty="0" err="1"/>
              <a:t>mavzular</a:t>
            </a:r>
            <a:r>
              <a:rPr lang="en-US" dirty="0"/>
              <a:t> Marketing </a:t>
            </a:r>
            <a:r>
              <a:rPr lang="en-US" dirty="0" err="1"/>
              <a:t>Buxgalteriya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Iqtisod</a:t>
            </a:r>
            <a:r>
              <a:rPr lang="en-US" dirty="0"/>
              <a:t>. Marketing </a:t>
            </a:r>
            <a:r>
              <a:rPr lang="en-US" dirty="0" err="1"/>
              <a:t>mavzusi</a:t>
            </a:r>
            <a:r>
              <a:rPr lang="en-US" dirty="0"/>
              <a:t> </a:t>
            </a:r>
            <a:r>
              <a:rPr lang="en-US" dirty="0" err="1"/>
              <a:t>aktiv</a:t>
            </a:r>
            <a:r>
              <a:rPr lang="en-US" dirty="0"/>
              <a:t> </a:t>
            </a:r>
            <a:r>
              <a:rPr lang="en-US" dirty="0" err="1"/>
              <a:t>xolatda</a:t>
            </a:r>
            <a:r>
              <a:rPr lang="en-US" dirty="0"/>
              <a:t>  </a:t>
            </a:r>
            <a:r>
              <a:rPr lang="en-US" dirty="0" err="1"/>
              <a:t>shuning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dars</a:t>
            </a:r>
            <a:r>
              <a:rPr lang="en-US" dirty="0"/>
              <a:t> </a:t>
            </a:r>
            <a:r>
              <a:rPr lang="en-US" dirty="0" err="1"/>
              <a:t>xonaga</a:t>
            </a:r>
            <a:r>
              <a:rPr lang="en-US" dirty="0"/>
              <a:t> </a:t>
            </a:r>
            <a:r>
              <a:rPr lang="en-US" dirty="0" err="1"/>
              <a:t>kirish</a:t>
            </a:r>
            <a:r>
              <a:rPr lang="en-US" dirty="0"/>
              <a:t> </a:t>
            </a:r>
            <a:r>
              <a:rPr lang="en-US" dirty="0" err="1"/>
              <a:t>tugmasi</a:t>
            </a:r>
            <a:r>
              <a:rPr lang="en-US" dirty="0"/>
              <a:t> </a:t>
            </a:r>
            <a:r>
              <a:rPr lang="en-US" dirty="0" err="1"/>
              <a:t>aktiv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EFFAE-183F-4724-9756-35468540BDA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926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Dars</a:t>
            </a:r>
            <a:r>
              <a:rPr lang="en-US" dirty="0"/>
              <a:t> </a:t>
            </a:r>
            <a:r>
              <a:rPr lang="en-US" dirty="0" err="1"/>
              <a:t>xonasiga</a:t>
            </a:r>
            <a:r>
              <a:rPr lang="en-US" dirty="0"/>
              <a:t> </a:t>
            </a:r>
            <a:r>
              <a:rPr lang="en-US" dirty="0" err="1"/>
              <a:t>kirganimizdan</a:t>
            </a:r>
            <a:r>
              <a:rPr lang="en-US" dirty="0"/>
              <a:t> </a:t>
            </a:r>
            <a:r>
              <a:rPr lang="en-US" dirty="0" err="1"/>
              <a:t>so’ng</a:t>
            </a:r>
            <a:r>
              <a:rPr lang="en-US" dirty="0"/>
              <a:t> </a:t>
            </a:r>
            <a:r>
              <a:rPr lang="en-US" dirty="0" err="1"/>
              <a:t>yuklangan</a:t>
            </a:r>
            <a:r>
              <a:rPr lang="en-US" dirty="0"/>
              <a:t> video </a:t>
            </a:r>
            <a:r>
              <a:rPr lang="en-US" dirty="0" err="1"/>
              <a:t>lavhalarni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fayillarni</a:t>
            </a:r>
            <a:r>
              <a:rPr lang="en-US" dirty="0"/>
              <a:t> </a:t>
            </a:r>
            <a:r>
              <a:rPr lang="en-US" dirty="0" err="1"/>
              <a:t>ko’rishimiz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</a:t>
            </a:r>
          </a:p>
          <a:p>
            <a:r>
              <a:rPr lang="en-US" dirty="0" err="1"/>
              <a:t>Fayillarni</a:t>
            </a:r>
            <a:r>
              <a:rPr lang="en-US" dirty="0"/>
              <a:t> </a:t>
            </a:r>
            <a:r>
              <a:rPr lang="en-US" dirty="0" err="1"/>
              <a:t>yuklab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EFFAE-183F-4724-9756-35468540BDA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56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Topshiriqlar</a:t>
            </a:r>
            <a:r>
              <a:rPr lang="en-US" dirty="0"/>
              <a:t> </a:t>
            </a:r>
            <a:r>
              <a:rPr lang="en-US" dirty="0" err="1"/>
              <a:t>oynasi</a:t>
            </a:r>
            <a:r>
              <a:rPr lang="en-US" dirty="0"/>
              <a:t>:  </a:t>
            </a:r>
            <a:r>
              <a:rPr lang="en-US" dirty="0" err="1"/>
              <a:t>topshiriqlar</a:t>
            </a:r>
            <a:r>
              <a:rPr lang="en-US" dirty="0"/>
              <a:t> </a:t>
            </a:r>
            <a:r>
              <a:rPr lang="en-US" dirty="0" err="1"/>
              <a:t>fanlarga</a:t>
            </a:r>
            <a:r>
              <a:rPr lang="en-US" dirty="0"/>
              <a:t> </a:t>
            </a:r>
            <a:r>
              <a:rPr lang="en-US" dirty="0" err="1"/>
              <a:t>biriktirilgan</a:t>
            </a:r>
            <a:r>
              <a:rPr lang="en-US" dirty="0"/>
              <a:t> </a:t>
            </a:r>
            <a:r>
              <a:rPr lang="en-US" dirty="0" err="1"/>
              <a:t>bo’lib</a:t>
            </a:r>
            <a:r>
              <a:rPr lang="en-US" dirty="0"/>
              <a:t> </a:t>
            </a:r>
            <a:r>
              <a:rPr lang="en-US" dirty="0" err="1"/>
              <a:t>ular</a:t>
            </a:r>
            <a:r>
              <a:rPr lang="en-US" dirty="0"/>
              <a:t> </a:t>
            </a:r>
            <a:r>
              <a:rPr lang="en-US" dirty="0" err="1"/>
              <a:t>Talabaning</a:t>
            </a:r>
            <a:r>
              <a:rPr lang="en-US" dirty="0"/>
              <a:t> </a:t>
            </a:r>
            <a:r>
              <a:rPr lang="en-US" dirty="0" err="1"/>
              <a:t>mavzuni</a:t>
            </a:r>
            <a:r>
              <a:rPr lang="en-US" dirty="0"/>
              <a:t> </a:t>
            </a:r>
            <a:r>
              <a:rPr lang="en-US" dirty="0" err="1"/>
              <a:t>mukkamal</a:t>
            </a:r>
            <a:r>
              <a:rPr lang="en-US" dirty="0"/>
              <a:t> </a:t>
            </a:r>
            <a:r>
              <a:rPr lang="en-US" dirty="0" err="1"/>
              <a:t>darajada</a:t>
            </a:r>
            <a:r>
              <a:rPr lang="en-US" dirty="0"/>
              <a:t> </a:t>
            </a:r>
            <a:r>
              <a:rPr lang="en-US" dirty="0" err="1"/>
              <a:t>o’zlashtirishiga</a:t>
            </a:r>
            <a:r>
              <a:rPr lang="en-US" dirty="0"/>
              <a:t> </a:t>
            </a:r>
            <a:r>
              <a:rPr lang="en-US" dirty="0" err="1"/>
              <a:t>yordam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EFFAE-183F-4724-9756-35468540BDA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462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oynada</a:t>
            </a:r>
            <a:r>
              <a:rPr lang="en-US" dirty="0"/>
              <a:t> </a:t>
            </a:r>
            <a:r>
              <a:rPr lang="en-US" dirty="0" err="1"/>
              <a:t>imtihon</a:t>
            </a:r>
            <a:r>
              <a:rPr lang="en-US" dirty="0"/>
              <a:t> </a:t>
            </a:r>
            <a:r>
              <a:rPr lang="en-US" dirty="0" err="1"/>
              <a:t>natijalari</a:t>
            </a:r>
            <a:r>
              <a:rPr lang="en-US" dirty="0"/>
              <a:t> </a:t>
            </a:r>
            <a:r>
              <a:rPr lang="en-US" dirty="0" err="1"/>
              <a:t>haqida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keltirib</a:t>
            </a:r>
            <a:r>
              <a:rPr lang="en-US" dirty="0"/>
              <a:t> </a:t>
            </a:r>
            <a:r>
              <a:rPr lang="en-US" dirty="0" err="1"/>
              <a:t>o’tilgan</a:t>
            </a:r>
            <a:r>
              <a:rPr lang="en-US" dirty="0"/>
              <a:t> </a:t>
            </a:r>
            <a:r>
              <a:rPr lang="en-US" dirty="0" err="1"/>
              <a:t>savollar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ularga</a:t>
            </a:r>
            <a:r>
              <a:rPr lang="en-US" dirty="0"/>
              <a:t> </a:t>
            </a:r>
            <a:r>
              <a:rPr lang="en-US" dirty="0" err="1"/>
              <a:t>belgilangan</a:t>
            </a:r>
            <a:r>
              <a:rPr lang="en-US" dirty="0"/>
              <a:t> </a:t>
            </a:r>
            <a:r>
              <a:rPr lang="en-US" dirty="0" err="1"/>
              <a:t>javoblar</a:t>
            </a:r>
            <a:r>
              <a:rPr lang="en-US" dirty="0"/>
              <a:t> </a:t>
            </a:r>
            <a:r>
              <a:rPr lang="en-US" dirty="0" err="1"/>
              <a:t>natijalari</a:t>
            </a:r>
            <a:r>
              <a:rPr lang="en-US" dirty="0"/>
              <a:t> (</a:t>
            </a:r>
            <a:r>
              <a:rPr lang="en-US" dirty="0" err="1"/>
              <a:t>to’g’ri</a:t>
            </a:r>
            <a:r>
              <a:rPr lang="en-US" dirty="0"/>
              <a:t> </a:t>
            </a:r>
            <a:r>
              <a:rPr lang="en-US" dirty="0" err="1"/>
              <a:t>topilgan</a:t>
            </a:r>
            <a:r>
              <a:rPr lang="en-US" dirty="0"/>
              <a:t> </a:t>
            </a:r>
            <a:r>
              <a:rPr lang="en-US" dirty="0" err="1"/>
              <a:t>javoblar</a:t>
            </a:r>
            <a:r>
              <a:rPr lang="en-US" dirty="0"/>
              <a:t>)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EFFAE-183F-4724-9756-35468540BDA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990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1AD-2AAC-74C1-C83C-6CF11F4BE2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Talaba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mo'ljallangan</a:t>
            </a:r>
            <a:r>
              <a:rPr lang="en-US" dirty="0"/>
              <a:t> </a:t>
            </a:r>
            <a:r>
              <a:rPr lang="en-US" dirty="0" err="1"/>
              <a:t>platforma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CA20A-109B-8FA2-2F29-812AFFB23F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LMS </a:t>
            </a:r>
            <a:r>
              <a:rPr lang="en-US" dirty="0" err="1"/>
              <a:t>O’quv</a:t>
            </a:r>
            <a:r>
              <a:rPr lang="en-US" dirty="0"/>
              <a:t> </a:t>
            </a:r>
            <a:r>
              <a:rPr lang="en-US" dirty="0" err="1"/>
              <a:t>platformasi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979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7A4C2-FD78-52E2-5645-72F2F6D2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Kirish</a:t>
            </a:r>
            <a:r>
              <a:rPr lang="en-US" dirty="0"/>
              <a:t> </a:t>
            </a:r>
            <a:r>
              <a:rPr lang="en-US" dirty="0" err="1"/>
              <a:t>qismi</a:t>
            </a:r>
            <a:endParaRPr lang="ru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BEE12E-7D2E-EA11-63EF-52440BA764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87262" y="2334825"/>
            <a:ext cx="5210376" cy="371735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DAE517-97A3-9A4D-FB1A-8CCE2BB6F0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65913" y="2334827"/>
            <a:ext cx="4617605" cy="3717356"/>
          </a:xfrm>
        </p:spPr>
      </p:pic>
    </p:spTree>
    <p:extLst>
      <p:ext uri="{BB962C8B-B14F-4D97-AF65-F5344CB8AC3E}">
        <p14:creationId xmlns:p14="http://schemas.microsoft.com/office/powerpoint/2010/main" val="179004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874B-9EF5-A6B3-386C-34843F4D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Bosh </a:t>
            </a:r>
            <a:r>
              <a:rPr lang="en-US" dirty="0" err="1"/>
              <a:t>sahifa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54674-9CBA-9D3D-0646-FED8D6C9F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51246" y="2052638"/>
            <a:ext cx="9259409" cy="4641125"/>
          </a:xfrm>
        </p:spPr>
      </p:pic>
    </p:spTree>
    <p:extLst>
      <p:ext uri="{BB962C8B-B14F-4D97-AF65-F5344CB8AC3E}">
        <p14:creationId xmlns:p14="http://schemas.microsoft.com/office/powerpoint/2010/main" val="1169569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4914-5BAA-DBF2-8F63-49591A05B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Resurslar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394440-3AC6-60F2-95AC-60B1BB29B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34826" y="2052638"/>
            <a:ext cx="8487053" cy="4214997"/>
          </a:xfrm>
        </p:spPr>
      </p:pic>
    </p:spTree>
    <p:extLst>
      <p:ext uri="{BB962C8B-B14F-4D97-AF65-F5344CB8AC3E}">
        <p14:creationId xmlns:p14="http://schemas.microsoft.com/office/powerpoint/2010/main" val="3834729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997C-4BE6-716B-9549-85FA6E785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Dars</a:t>
            </a:r>
            <a:r>
              <a:rPr lang="en-US" dirty="0"/>
              <a:t> </a:t>
            </a:r>
            <a:r>
              <a:rPr lang="en-US" dirty="0" err="1"/>
              <a:t>xonaga</a:t>
            </a:r>
            <a:r>
              <a:rPr lang="en-US" dirty="0"/>
              <a:t> </a:t>
            </a:r>
            <a:r>
              <a:rPr lang="en-US" dirty="0" err="1"/>
              <a:t>kirish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B71E20-A0B6-D991-86C9-1FBC998E2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1650" y="1580226"/>
            <a:ext cx="9428086" cy="4980372"/>
          </a:xfrm>
        </p:spPr>
      </p:pic>
    </p:spTree>
    <p:extLst>
      <p:ext uri="{BB962C8B-B14F-4D97-AF65-F5344CB8AC3E}">
        <p14:creationId xmlns:p14="http://schemas.microsoft.com/office/powerpoint/2010/main" val="3220225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B277-A841-8095-D21B-0CEBEED1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Topshiriqlar</a:t>
            </a:r>
            <a:r>
              <a:rPr lang="en-US"/>
              <a:t> </a:t>
            </a:r>
            <a:endParaRPr lang="ru-R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1670B3-6CFA-ED46-4585-DA5F5C073D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4913" y="81796"/>
            <a:ext cx="6395720" cy="399732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DBECC8-41FD-722A-5CCB-1F073CF49BB1}"/>
              </a:ext>
            </a:extLst>
          </p:cNvPr>
          <p:cNvSpPr txBox="1"/>
          <p:nvPr/>
        </p:nvSpPr>
        <p:spPr>
          <a:xfrm>
            <a:off x="7960104" y="1686522"/>
            <a:ext cx="2610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sahifada</a:t>
            </a:r>
            <a:r>
              <a:rPr lang="en-US" dirty="0"/>
              <a:t> </a:t>
            </a:r>
            <a:r>
              <a:rPr lang="en-US" dirty="0" err="1"/>
              <a:t>fanlarga</a:t>
            </a:r>
            <a:r>
              <a:rPr lang="en-US" dirty="0"/>
              <a:t> </a:t>
            </a:r>
            <a:r>
              <a:rPr lang="en-US" dirty="0" err="1"/>
              <a:t>biriktirilgan</a:t>
            </a:r>
            <a:r>
              <a:rPr lang="en-US" dirty="0"/>
              <a:t> </a:t>
            </a:r>
            <a:r>
              <a:rPr lang="en-US" dirty="0" err="1"/>
              <a:t>topshiriqlani</a:t>
            </a:r>
            <a:r>
              <a:rPr lang="en-US" dirty="0"/>
              <a:t> </a:t>
            </a:r>
            <a:r>
              <a:rPr lang="en-US" dirty="0" err="1"/>
              <a:t>ko’rishimiz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, </a:t>
            </a:r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D45C18-AC9F-3217-9CB3-74D47C899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913" y="3888418"/>
            <a:ext cx="6395720" cy="2969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6682A-7CBC-0275-3AF9-BAC8D1A9A761}"/>
              </a:ext>
            </a:extLst>
          </p:cNvPr>
          <p:cNvSpPr txBox="1"/>
          <p:nvPr/>
        </p:nvSpPr>
        <p:spPr>
          <a:xfrm>
            <a:off x="7631631" y="3888418"/>
            <a:ext cx="35897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Topshiriqlar</a:t>
            </a:r>
            <a:r>
              <a:rPr lang="en-US" dirty="0"/>
              <a:t> </a:t>
            </a:r>
            <a:r>
              <a:rPr lang="en-US" dirty="0" err="1"/>
              <a:t>ro’yxati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sahifada</a:t>
            </a:r>
            <a:r>
              <a:rPr lang="en-US" dirty="0"/>
              <a:t> </a:t>
            </a:r>
            <a:r>
              <a:rPr lang="en-US" dirty="0" err="1"/>
              <a:t>topshiriqlarning</a:t>
            </a:r>
            <a:r>
              <a:rPr lang="en-US" dirty="0"/>
              <a:t> </a:t>
            </a:r>
            <a:r>
              <a:rPr lang="en-US" dirty="0" err="1"/>
              <a:t>soni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keltirilgan</a:t>
            </a:r>
            <a:r>
              <a:rPr lang="en-US" dirty="0"/>
              <a:t> </a:t>
            </a:r>
            <a:r>
              <a:rPr lang="en-US" dirty="0" err="1"/>
              <a:t>misol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nomi</a:t>
            </a:r>
            <a:r>
              <a:rPr lang="en-US" dirty="0"/>
              <a:t>, </a:t>
            </a:r>
            <a:r>
              <a:rPr lang="en-US" dirty="0" err="1"/>
              <a:t>boshshlanish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tugash</a:t>
            </a:r>
            <a:r>
              <a:rPr lang="en-US" dirty="0"/>
              <a:t> </a:t>
            </a:r>
            <a:r>
              <a:rPr lang="en-US" dirty="0" err="1"/>
              <a:t>sanasi</a:t>
            </a:r>
            <a:r>
              <a:rPr lang="en-US" dirty="0"/>
              <a:t> </a:t>
            </a:r>
            <a:r>
              <a:rPr lang="en-US" dirty="0" err="1"/>
              <a:t>urinishlar</a:t>
            </a:r>
            <a:r>
              <a:rPr lang="en-US" dirty="0"/>
              <a:t> </a:t>
            </a:r>
            <a:r>
              <a:rPr lang="en-US" dirty="0" err="1"/>
              <a:t>soni</a:t>
            </a:r>
            <a:r>
              <a:rPr lang="en-US" dirty="0"/>
              <a:t>, </a:t>
            </a:r>
            <a:r>
              <a:rPr lang="en-US" dirty="0" err="1"/>
              <a:t>maksimal</a:t>
            </a:r>
            <a:r>
              <a:rPr lang="en-US" dirty="0"/>
              <a:t> </a:t>
            </a:r>
            <a:r>
              <a:rPr lang="en-US" dirty="0" err="1"/>
              <a:t>to’plash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</a:t>
            </a:r>
            <a:r>
              <a:rPr lang="en-US" dirty="0" err="1"/>
              <a:t>bulgan</a:t>
            </a:r>
            <a:r>
              <a:rPr lang="en-US" dirty="0"/>
              <a:t> ball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olingan</a:t>
            </a:r>
            <a:r>
              <a:rPr lang="en-US" dirty="0"/>
              <a:t> ball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ettirilgan</a:t>
            </a:r>
            <a:r>
              <a:rPr lang="en-US" dirty="0"/>
              <a:t> </a:t>
            </a:r>
            <a:r>
              <a:rPr lang="en-US" dirty="0" err="1"/>
              <a:t>shu</a:t>
            </a:r>
            <a:r>
              <a:rPr lang="en-US" dirty="0"/>
              <a:t> </a:t>
            </a:r>
            <a:r>
              <a:rPr lang="en-US" dirty="0" err="1"/>
              <a:t>jumladan</a:t>
            </a:r>
            <a:r>
              <a:rPr lang="en-US" dirty="0"/>
              <a:t> </a:t>
            </a:r>
            <a:r>
              <a:rPr lang="en-US" dirty="0" err="1"/>
              <a:t>topshiriq</a:t>
            </a:r>
            <a:r>
              <a:rPr lang="en-US" dirty="0"/>
              <a:t> </a:t>
            </a:r>
            <a:r>
              <a:rPr lang="en-US" dirty="0" err="1"/>
              <a:t>fayli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topshiriq</a:t>
            </a:r>
            <a:r>
              <a:rPr lang="en-US" dirty="0"/>
              <a:t> </a:t>
            </a:r>
            <a:r>
              <a:rPr lang="en-US" dirty="0" err="1"/>
              <a:t>javobi</a:t>
            </a:r>
            <a:r>
              <a:rPr lang="en-US" dirty="0"/>
              <a:t> </a:t>
            </a:r>
            <a:r>
              <a:rPr lang="en-US" dirty="0" err="1"/>
              <a:t>faylini</a:t>
            </a:r>
            <a:r>
              <a:rPr lang="en-US" dirty="0"/>
              <a:t> ham </a:t>
            </a:r>
            <a:r>
              <a:rPr lang="en-US" dirty="0" err="1"/>
              <a:t>yuklab</a:t>
            </a:r>
            <a:r>
              <a:rPr lang="en-US" dirty="0"/>
              <a:t> </a:t>
            </a:r>
            <a:r>
              <a:rPr lang="en-US" dirty="0" err="1"/>
              <a:t>ketiladi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922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1A22-4F53-FD89-D65A-DC611FF3B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Imtihonlar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916B1C-3A10-12A7-47E4-86BC948E2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148" y="1493345"/>
            <a:ext cx="6966531" cy="49873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C1CDEF-D430-F4B7-0DE9-E27FB446B029}"/>
              </a:ext>
            </a:extLst>
          </p:cNvPr>
          <p:cNvSpPr txBox="1"/>
          <p:nvPr/>
        </p:nvSpPr>
        <p:spPr>
          <a:xfrm>
            <a:off x="8309499" y="1885285"/>
            <a:ext cx="26277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Fanlarga</a:t>
            </a:r>
            <a:r>
              <a:rPr lang="en-US" dirty="0"/>
              <a:t> </a:t>
            </a:r>
            <a:r>
              <a:rPr lang="en-US" dirty="0" err="1"/>
              <a:t>biriktirilgan</a:t>
            </a:r>
            <a:r>
              <a:rPr lang="en-US" dirty="0"/>
              <a:t> </a:t>
            </a:r>
            <a:r>
              <a:rPr lang="en-US" dirty="0" err="1"/>
              <a:t>imtihonlar</a:t>
            </a:r>
            <a:r>
              <a:rPr lang="en-US" dirty="0"/>
              <a:t> </a:t>
            </a:r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ro’yxatda</a:t>
            </a:r>
            <a:r>
              <a:rPr lang="en-US" dirty="0"/>
              <a:t>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ettirib</a:t>
            </a:r>
            <a:r>
              <a:rPr lang="en-US" dirty="0"/>
              <a:t> </a:t>
            </a:r>
            <a:r>
              <a:rPr lang="en-US" dirty="0" err="1"/>
              <a:t>boriladi</a:t>
            </a:r>
            <a:r>
              <a:rPr lang="en-US" dirty="0"/>
              <a:t>, </a:t>
            </a:r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ro’yxatda</a:t>
            </a:r>
            <a:r>
              <a:rPr lang="en-US" dirty="0"/>
              <a:t> </a:t>
            </a:r>
            <a:r>
              <a:rPr lang="en-US" dirty="0" err="1"/>
              <a:t>savollar</a:t>
            </a:r>
            <a:r>
              <a:rPr lang="en-US" dirty="0"/>
              <a:t> </a:t>
            </a:r>
            <a:r>
              <a:rPr lang="en-US" dirty="0" err="1"/>
              <a:t>soni</a:t>
            </a:r>
            <a:r>
              <a:rPr lang="en-US" dirty="0"/>
              <a:t> </a:t>
            </a:r>
            <a:r>
              <a:rPr lang="en-US" dirty="0" err="1"/>
              <a:t>maksimal</a:t>
            </a:r>
            <a:r>
              <a:rPr lang="en-US" dirty="0"/>
              <a:t> </a:t>
            </a:r>
            <a:r>
              <a:rPr lang="en-US" dirty="0" err="1"/>
              <a:t>ballar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boshlanish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tugash</a:t>
            </a:r>
            <a:r>
              <a:rPr lang="en-US" dirty="0"/>
              <a:t> </a:t>
            </a:r>
            <a:r>
              <a:rPr lang="en-US" dirty="0" err="1"/>
              <a:t>sanalari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imtihon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ajratilgan</a:t>
            </a:r>
            <a:r>
              <a:rPr lang="en-US" dirty="0"/>
              <a:t> </a:t>
            </a:r>
            <a:r>
              <a:rPr lang="en-US" dirty="0" err="1"/>
              <a:t>vaqt</a:t>
            </a:r>
            <a:r>
              <a:rPr lang="en-US" dirty="0"/>
              <a:t> </a:t>
            </a:r>
            <a:r>
              <a:rPr lang="en-US" dirty="0" err="1"/>
              <a:t>keltiriladi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304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62E9-F399-C543-5B87-1AE91D7B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7545" y="805817"/>
            <a:ext cx="3343311" cy="1081705"/>
          </a:xfrm>
        </p:spPr>
        <p:txBody>
          <a:bodyPr/>
          <a:lstStyle/>
          <a:p>
            <a:r>
              <a:rPr lang="en-US" dirty="0" err="1"/>
              <a:t>Imtihon</a:t>
            </a:r>
            <a:r>
              <a:rPr lang="en-US" dirty="0"/>
              <a:t> </a:t>
            </a:r>
            <a:r>
              <a:rPr lang="en-US" dirty="0" err="1"/>
              <a:t>natijalari</a:t>
            </a:r>
            <a:endParaRPr lang="ru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1B8382-1A75-CA4F-BD5B-8FA232B8DE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75783" y="1887522"/>
            <a:ext cx="5490130" cy="4903895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16B93FE-CF3C-4EDA-14E4-89F878E88D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65913" y="1887522"/>
            <a:ext cx="4679749" cy="49038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4F8387-5464-7945-A818-16F14EBE38D6}"/>
              </a:ext>
            </a:extLst>
          </p:cNvPr>
          <p:cNvSpPr txBox="1"/>
          <p:nvPr/>
        </p:nvSpPr>
        <p:spPr>
          <a:xfrm>
            <a:off x="1447060" y="319597"/>
            <a:ext cx="4350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sahifada</a:t>
            </a:r>
            <a:r>
              <a:rPr lang="en-US" dirty="0"/>
              <a:t> </a:t>
            </a:r>
            <a:r>
              <a:rPr lang="en-US" dirty="0" err="1"/>
              <a:t>imtihonlarni</a:t>
            </a:r>
            <a:r>
              <a:rPr lang="en-US" dirty="0"/>
              <a:t> </a:t>
            </a:r>
            <a:r>
              <a:rPr lang="en-US" dirty="0" err="1"/>
              <a:t>natijalarini</a:t>
            </a:r>
            <a:r>
              <a:rPr lang="en-US" dirty="0"/>
              <a:t> </a:t>
            </a:r>
            <a:r>
              <a:rPr lang="en-US" dirty="0" err="1"/>
              <a:t>ko’rishimiz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</a:t>
            </a:r>
            <a:r>
              <a:rPr lang="en-US" dirty="0" err="1"/>
              <a:t>unda</a:t>
            </a:r>
            <a:r>
              <a:rPr lang="en-US" dirty="0"/>
              <a:t> </a:t>
            </a:r>
            <a:r>
              <a:rPr lang="en-US" dirty="0" err="1"/>
              <a:t>talabaning</a:t>
            </a:r>
            <a:r>
              <a:rPr lang="en-US" dirty="0"/>
              <a:t> </a:t>
            </a:r>
            <a:r>
              <a:rPr lang="en-US" dirty="0" err="1"/>
              <a:t>guruhi</a:t>
            </a:r>
            <a:r>
              <a:rPr lang="en-US" dirty="0"/>
              <a:t>, </a:t>
            </a:r>
            <a:r>
              <a:rPr lang="en-US" dirty="0" err="1"/>
              <a:t>natijalari</a:t>
            </a:r>
            <a:r>
              <a:rPr lang="en-US" dirty="0"/>
              <a:t>,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savollarga</a:t>
            </a:r>
            <a:r>
              <a:rPr lang="en-US" dirty="0"/>
              <a:t>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javob</a:t>
            </a:r>
            <a:r>
              <a:rPr lang="en-US" dirty="0"/>
              <a:t> </a:t>
            </a:r>
            <a:r>
              <a:rPr lang="en-US" dirty="0" err="1"/>
              <a:t>belgilagani</a:t>
            </a:r>
            <a:r>
              <a:rPr lang="en-US" dirty="0"/>
              <a:t> </a:t>
            </a:r>
            <a:r>
              <a:rPr lang="en-US" dirty="0" err="1"/>
              <a:t>keltiriladi</a:t>
            </a:r>
            <a:r>
              <a:rPr lang="en-US" dirty="0"/>
              <a:t> </a:t>
            </a:r>
            <a:r>
              <a:rPr lang="en-US" dirty="0" err="1"/>
              <a:t>shu</a:t>
            </a:r>
            <a:r>
              <a:rPr lang="en-US" dirty="0"/>
              <a:t> </a:t>
            </a:r>
            <a:r>
              <a:rPr lang="en-US" dirty="0" err="1"/>
              <a:t>jumladan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foizda</a:t>
            </a:r>
            <a:r>
              <a:rPr lang="en-US" dirty="0"/>
              <a:t> ham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ettiriladi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631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679A-4DCF-B626-2AB5-D6FD1DDE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Talabaning</a:t>
            </a:r>
            <a:r>
              <a:rPr lang="en-US" dirty="0"/>
              <a:t> </a:t>
            </a:r>
            <a:r>
              <a:rPr lang="en-US" dirty="0" err="1"/>
              <a:t>ma’lumotlari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profili</a:t>
            </a:r>
            <a:endParaRPr lang="ru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826070-9237-4154-F923-D70D66CD39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02415" y="1458841"/>
            <a:ext cx="5153995" cy="3086526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2D7368-952F-8EFC-8A9A-90D40D3C3F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56411" y="3701988"/>
            <a:ext cx="5004217" cy="3156011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3084FB-35F9-3F0B-4AFB-A3951E216ECC}"/>
              </a:ext>
            </a:extLst>
          </p:cNvPr>
          <p:cNvSpPr txBox="1"/>
          <p:nvPr/>
        </p:nvSpPr>
        <p:spPr>
          <a:xfrm>
            <a:off x="1202415" y="4776186"/>
            <a:ext cx="4893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Hemis</a:t>
            </a:r>
            <a:r>
              <a:rPr lang="en-US" dirty="0"/>
              <a:t> </a:t>
            </a:r>
            <a:r>
              <a:rPr lang="en-US" dirty="0" err="1"/>
              <a:t>tizimidan</a:t>
            </a:r>
            <a:r>
              <a:rPr lang="en-US" dirty="0"/>
              <a:t> </a:t>
            </a:r>
            <a:r>
              <a:rPr lang="en-US" dirty="0" err="1"/>
              <a:t>olingan</a:t>
            </a:r>
            <a:r>
              <a:rPr lang="en-US" dirty="0"/>
              <a:t> </a:t>
            </a:r>
            <a:r>
              <a:rPr lang="en-US" dirty="0" err="1"/>
              <a:t>talabaning</a:t>
            </a:r>
            <a:r>
              <a:rPr lang="en-US" dirty="0"/>
              <a:t> </a:t>
            </a:r>
            <a:r>
              <a:rPr lang="en-US" dirty="0" err="1"/>
              <a:t>shaxsiy</a:t>
            </a:r>
            <a:r>
              <a:rPr lang="en-US" dirty="0"/>
              <a:t>  </a:t>
            </a:r>
            <a:r>
              <a:rPr lang="en-US" dirty="0" err="1"/>
              <a:t>ma’lumotlari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7521D-6707-1755-DD73-692FE1337C06}"/>
              </a:ext>
            </a:extLst>
          </p:cNvPr>
          <p:cNvSpPr txBox="1"/>
          <p:nvPr/>
        </p:nvSpPr>
        <p:spPr>
          <a:xfrm>
            <a:off x="6729274" y="2210540"/>
            <a:ext cx="42603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ma’lmotlari</a:t>
            </a:r>
            <a:r>
              <a:rPr lang="en-US" dirty="0"/>
              <a:t>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orasida</a:t>
            </a:r>
            <a:r>
              <a:rPr lang="en-US" dirty="0"/>
              <a:t> </a:t>
            </a:r>
            <a:r>
              <a:rPr lang="en-US" dirty="0" err="1"/>
              <a:t>o’zgartirib</a:t>
            </a:r>
            <a:r>
              <a:rPr lang="en-US" dirty="0"/>
              <a:t> </a:t>
            </a:r>
            <a:r>
              <a:rPr lang="en-US" dirty="0" err="1"/>
              <a:t>bo’ladigan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bo’lmaydiganlari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, </a:t>
            </a:r>
            <a:r>
              <a:rPr lang="en-US" dirty="0" err="1"/>
              <a:t>o’zgartiriladigan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profilga</a:t>
            </a:r>
            <a:r>
              <a:rPr lang="en-US" dirty="0"/>
              <a:t> </a:t>
            </a:r>
            <a:r>
              <a:rPr lang="en-US" dirty="0" err="1"/>
              <a:t>kirish</a:t>
            </a:r>
            <a:r>
              <a:rPr lang="en-US" dirty="0"/>
              <a:t> </a:t>
            </a:r>
            <a:r>
              <a:rPr lang="en-US" dirty="0" err="1"/>
              <a:t>paroli</a:t>
            </a:r>
            <a:r>
              <a:rPr lang="en-US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48646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{4FA4CB04-14AA-4B9E-A375-E4DAE6E2BA72}tf16401375</Template>
  <TotalTime>401</TotalTime>
  <Words>288</Words>
  <Application>Microsoft Office PowerPoint</Application>
  <PresentationFormat>Widescreen</PresentationFormat>
  <Paragraphs>29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MS Shell Dlg 2</vt:lpstr>
      <vt:lpstr>Wingdings</vt:lpstr>
      <vt:lpstr>Wingdings 3</vt:lpstr>
      <vt:lpstr>Madison</vt:lpstr>
      <vt:lpstr>Talaba uchun mo'ljallangan platforma </vt:lpstr>
      <vt:lpstr>Kirish qismi</vt:lpstr>
      <vt:lpstr>Bosh sahifa</vt:lpstr>
      <vt:lpstr>Resurslar</vt:lpstr>
      <vt:lpstr>Dars xonaga kirish</vt:lpstr>
      <vt:lpstr>Topshiriqlar </vt:lpstr>
      <vt:lpstr>Imtihonlar</vt:lpstr>
      <vt:lpstr>Imtihon natijalari</vt:lpstr>
      <vt:lpstr>Talabaning ma’lumotlari va profili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Ramziddin</dc:creator>
  <cp:lastModifiedBy>Ramziddin</cp:lastModifiedBy>
  <cp:revision>3</cp:revision>
  <dcterms:created xsi:type="dcterms:W3CDTF">2024-09-25T07:29:18Z</dcterms:created>
  <dcterms:modified xsi:type="dcterms:W3CDTF">2024-09-26T06:24:28Z</dcterms:modified>
</cp:coreProperties>
</file>