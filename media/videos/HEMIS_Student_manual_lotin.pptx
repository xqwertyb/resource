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89" r:id="rId3"/>
    <p:sldId id="362" r:id="rId4"/>
    <p:sldId id="364" r:id="rId5"/>
    <p:sldId id="389" r:id="rId6"/>
    <p:sldId id="363" r:id="rId7"/>
    <p:sldId id="365" r:id="rId8"/>
    <p:sldId id="366" r:id="rId9"/>
    <p:sldId id="367" r:id="rId10"/>
    <p:sldId id="368" r:id="rId11"/>
    <p:sldId id="369" r:id="rId12"/>
    <p:sldId id="370" r:id="rId13"/>
    <p:sldId id="377" r:id="rId14"/>
    <p:sldId id="378" r:id="rId15"/>
    <p:sldId id="380" r:id="rId16"/>
    <p:sldId id="381" r:id="rId17"/>
    <p:sldId id="379" r:id="rId18"/>
    <p:sldId id="383" r:id="rId19"/>
    <p:sldId id="382" r:id="rId20"/>
    <p:sldId id="384" r:id="rId21"/>
    <p:sldId id="385" r:id="rId22"/>
    <p:sldId id="371" r:id="rId23"/>
    <p:sldId id="372" r:id="rId24"/>
    <p:sldId id="386" r:id="rId25"/>
    <p:sldId id="387" r:id="rId26"/>
    <p:sldId id="373" r:id="rId27"/>
    <p:sldId id="388" r:id="rId28"/>
    <p:sldId id="390" r:id="rId29"/>
    <p:sldId id="374" r:id="rId30"/>
    <p:sldId id="375" r:id="rId31"/>
    <p:sldId id="376" r:id="rId32"/>
    <p:sldId id="271" r:id="rId33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29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3B6003-B9D1-47A3-B0FD-627D4C170EB5}" type="doc">
      <dgm:prSet loTypeId="urn:microsoft.com/office/officeart/2005/8/layout/hProcess4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E3807E0D-7ED0-4742-93F3-C866C07740A8}">
      <dgm:prSet phldrT="[Текст]"/>
      <dgm:spPr/>
      <dgm:t>
        <a:bodyPr/>
        <a:lstStyle/>
        <a:p>
          <a:r>
            <a:rPr lang="en-US" dirty="0"/>
            <a:t>HEMIS </a:t>
          </a:r>
          <a:r>
            <a:rPr lang="ru-RU" dirty="0" smtClean="0"/>
            <a:t>Студент</a:t>
          </a:r>
          <a:endParaRPr lang="ru-RU" dirty="0"/>
        </a:p>
      </dgm:t>
    </dgm:pt>
    <dgm:pt modelId="{D58B1B0D-3EA9-42C0-B1DF-E476192131EF}" type="parTrans" cxnId="{F79712E3-0DD1-4D27-B3AD-F00D85293135}">
      <dgm:prSet/>
      <dgm:spPr/>
      <dgm:t>
        <a:bodyPr/>
        <a:lstStyle/>
        <a:p>
          <a:endParaRPr lang="ru-RU"/>
        </a:p>
      </dgm:t>
    </dgm:pt>
    <dgm:pt modelId="{F0B25BBD-2720-42BA-88C4-480C8FDA8FC5}" type="sibTrans" cxnId="{F79712E3-0DD1-4D27-B3AD-F00D85293135}">
      <dgm:prSet/>
      <dgm:spPr/>
      <dgm:t>
        <a:bodyPr/>
        <a:lstStyle/>
        <a:p>
          <a:endParaRPr lang="ru-RU"/>
        </a:p>
      </dgm:t>
    </dgm:pt>
    <dgm:pt modelId="{E2BF2D0C-08DE-470A-B978-93FC4A781948}">
      <dgm:prSet phldrT="[Текст]" custT="1"/>
      <dgm:spPr/>
      <dgm:t>
        <a:bodyPr/>
        <a:lstStyle/>
        <a:p>
          <a:r>
            <a:rPr lang="ru-RU" sz="1200" dirty="0" smtClean="0"/>
            <a:t>Учебный план</a:t>
          </a:r>
          <a:endParaRPr lang="ru-RU" sz="1200" dirty="0"/>
        </a:p>
      </dgm:t>
    </dgm:pt>
    <dgm:pt modelId="{2C402300-CA10-44BC-B38A-63C9DF53ED0A}" type="parTrans" cxnId="{053C98A8-8F10-47AE-9DA8-56EC7CEEC217}">
      <dgm:prSet/>
      <dgm:spPr/>
      <dgm:t>
        <a:bodyPr/>
        <a:lstStyle/>
        <a:p>
          <a:endParaRPr lang="ru-RU"/>
        </a:p>
      </dgm:t>
    </dgm:pt>
    <dgm:pt modelId="{4BA283D3-28CE-4674-9FEC-45101BA974EC}" type="sibTrans" cxnId="{053C98A8-8F10-47AE-9DA8-56EC7CEEC217}">
      <dgm:prSet/>
      <dgm:spPr/>
      <dgm:t>
        <a:bodyPr/>
        <a:lstStyle/>
        <a:p>
          <a:endParaRPr lang="ru-RU"/>
        </a:p>
      </dgm:t>
    </dgm:pt>
    <dgm:pt modelId="{34A2BB42-AA6C-464B-B3E2-73C331255876}">
      <dgm:prSet phldrT="[Текст]" custT="1"/>
      <dgm:spPr/>
      <dgm:t>
        <a:bodyPr/>
        <a:lstStyle/>
        <a:p>
          <a:r>
            <a:rPr lang="ru-RU" sz="1200" dirty="0" smtClean="0"/>
            <a:t>Посещаемость</a:t>
          </a:r>
          <a:endParaRPr lang="ru-RU" sz="1200" dirty="0"/>
        </a:p>
      </dgm:t>
    </dgm:pt>
    <dgm:pt modelId="{8E32DFAA-4B19-44ED-B029-0B16F28FBA82}" type="parTrans" cxnId="{88F353BE-1442-4B17-84A6-24ACB11BEA8A}">
      <dgm:prSet/>
      <dgm:spPr/>
      <dgm:t>
        <a:bodyPr/>
        <a:lstStyle/>
        <a:p>
          <a:endParaRPr lang="ru-RU"/>
        </a:p>
      </dgm:t>
    </dgm:pt>
    <dgm:pt modelId="{550BC4AC-65DF-43A9-972A-C5AC53FE5DE1}" type="sibTrans" cxnId="{88F353BE-1442-4B17-84A6-24ACB11BEA8A}">
      <dgm:prSet/>
      <dgm:spPr/>
      <dgm:t>
        <a:bodyPr/>
        <a:lstStyle/>
        <a:p>
          <a:endParaRPr lang="ru-RU"/>
        </a:p>
      </dgm:t>
    </dgm:pt>
    <dgm:pt modelId="{C633CFE0-5CAA-47A9-A8C6-567A350FAE6C}">
      <dgm:prSet phldrT="[Текст]"/>
      <dgm:spPr/>
      <dgm:t>
        <a:bodyPr/>
        <a:lstStyle/>
        <a:p>
          <a:r>
            <a:rPr lang="en-US" dirty="0"/>
            <a:t>HEMIS </a:t>
          </a:r>
          <a:r>
            <a:rPr lang="ru-RU" dirty="0" smtClean="0"/>
            <a:t>Университет</a:t>
          </a:r>
          <a:endParaRPr lang="ru-RU" dirty="0"/>
        </a:p>
      </dgm:t>
    </dgm:pt>
    <dgm:pt modelId="{65DF162D-674A-4C70-AE6B-76FAFAB3D685}" type="parTrans" cxnId="{43483B9E-4178-4E4E-8594-386C650E325C}">
      <dgm:prSet/>
      <dgm:spPr/>
      <dgm:t>
        <a:bodyPr/>
        <a:lstStyle/>
        <a:p>
          <a:endParaRPr lang="ru-RU"/>
        </a:p>
      </dgm:t>
    </dgm:pt>
    <dgm:pt modelId="{CE21D417-F45F-4278-A9EF-2FE9EA8A120A}" type="sibTrans" cxnId="{43483B9E-4178-4E4E-8594-386C650E325C}">
      <dgm:prSet/>
      <dgm:spPr/>
      <dgm:t>
        <a:bodyPr/>
        <a:lstStyle/>
        <a:p>
          <a:endParaRPr lang="ru-RU"/>
        </a:p>
      </dgm:t>
    </dgm:pt>
    <dgm:pt modelId="{1A4BA345-531A-4183-A4FF-4A7D2E308647}">
      <dgm:prSet phldrT="[Текст]" custT="1"/>
      <dgm:spPr/>
      <dgm:t>
        <a:bodyPr/>
        <a:lstStyle/>
        <a:p>
          <a:r>
            <a:rPr lang="ru-RU" sz="1200" dirty="0" smtClean="0"/>
            <a:t>Учителя</a:t>
          </a:r>
          <a:endParaRPr lang="ru-RU" sz="1200" dirty="0"/>
        </a:p>
      </dgm:t>
    </dgm:pt>
    <dgm:pt modelId="{93CC7742-C317-4D94-B367-B87D6C694792}" type="parTrans" cxnId="{5B317594-3044-4A6F-B660-7DF9C7264E35}">
      <dgm:prSet/>
      <dgm:spPr/>
      <dgm:t>
        <a:bodyPr/>
        <a:lstStyle/>
        <a:p>
          <a:endParaRPr lang="ru-RU"/>
        </a:p>
      </dgm:t>
    </dgm:pt>
    <dgm:pt modelId="{06EAE2DE-2718-4705-BB46-D17DBBD0A82E}" type="sibTrans" cxnId="{5B317594-3044-4A6F-B660-7DF9C7264E35}">
      <dgm:prSet/>
      <dgm:spPr/>
      <dgm:t>
        <a:bodyPr/>
        <a:lstStyle/>
        <a:p>
          <a:endParaRPr lang="ru-RU"/>
        </a:p>
      </dgm:t>
    </dgm:pt>
    <dgm:pt modelId="{37398ED9-D6BE-4430-B2CC-AB22784D32D2}">
      <dgm:prSet phldrT="[Текст]"/>
      <dgm:spPr/>
      <dgm:t>
        <a:bodyPr/>
        <a:lstStyle/>
        <a:p>
          <a:r>
            <a:rPr lang="en-US" dirty="0"/>
            <a:t>HEMIS </a:t>
          </a:r>
          <a:r>
            <a:rPr lang="ru-RU" dirty="0" smtClean="0"/>
            <a:t>Министерство</a:t>
          </a:r>
          <a:endParaRPr lang="ru-RU" dirty="0"/>
        </a:p>
      </dgm:t>
    </dgm:pt>
    <dgm:pt modelId="{15BB6F6B-56E6-4E7F-B051-90105660A0A2}" type="parTrans" cxnId="{E3430858-43B6-4E56-80E7-5606381706F5}">
      <dgm:prSet/>
      <dgm:spPr/>
      <dgm:t>
        <a:bodyPr/>
        <a:lstStyle/>
        <a:p>
          <a:endParaRPr lang="ru-RU"/>
        </a:p>
      </dgm:t>
    </dgm:pt>
    <dgm:pt modelId="{8F3566EC-4495-4C21-8029-A8D2C6C7D236}" type="sibTrans" cxnId="{E3430858-43B6-4E56-80E7-5606381706F5}">
      <dgm:prSet/>
      <dgm:spPr/>
      <dgm:t>
        <a:bodyPr/>
        <a:lstStyle/>
        <a:p>
          <a:endParaRPr lang="ru-RU"/>
        </a:p>
      </dgm:t>
    </dgm:pt>
    <dgm:pt modelId="{960ED91F-4820-48C2-9CF1-091B44064984}">
      <dgm:prSet phldrT="[Текст]"/>
      <dgm:spPr/>
      <dgm:t>
        <a:bodyPr/>
        <a:lstStyle/>
        <a:p>
          <a:r>
            <a:rPr lang="ru-RU" dirty="0" smtClean="0"/>
            <a:t>Управление информацией</a:t>
          </a:r>
          <a:endParaRPr lang="ru-RU" dirty="0"/>
        </a:p>
      </dgm:t>
    </dgm:pt>
    <dgm:pt modelId="{4868B741-628A-40EF-B4AD-9BD2A2D88F10}" type="parTrans" cxnId="{5A3E138D-D71D-451D-9BE8-810526AE657B}">
      <dgm:prSet/>
      <dgm:spPr/>
      <dgm:t>
        <a:bodyPr/>
        <a:lstStyle/>
        <a:p>
          <a:endParaRPr lang="ru-RU"/>
        </a:p>
      </dgm:t>
    </dgm:pt>
    <dgm:pt modelId="{EBC3E4B8-5D11-4529-86D6-080CF1F69D09}" type="sibTrans" cxnId="{5A3E138D-D71D-451D-9BE8-810526AE657B}">
      <dgm:prSet/>
      <dgm:spPr/>
      <dgm:t>
        <a:bodyPr/>
        <a:lstStyle/>
        <a:p>
          <a:endParaRPr lang="ru-RU"/>
        </a:p>
      </dgm:t>
    </dgm:pt>
    <dgm:pt modelId="{6B215D6F-7D24-45F9-97B5-53B2EE808653}">
      <dgm:prSet phldrT="[Текст]"/>
      <dgm:spPr/>
      <dgm:t>
        <a:bodyPr/>
        <a:lstStyle/>
        <a:p>
          <a:r>
            <a:rPr lang="ru-RU" dirty="0" smtClean="0"/>
            <a:t>Академическая информация</a:t>
          </a:r>
          <a:endParaRPr lang="ru-RU" dirty="0"/>
        </a:p>
      </dgm:t>
    </dgm:pt>
    <dgm:pt modelId="{DFEBB195-F0C3-41A1-B81F-FBDBE08F5EC6}" type="parTrans" cxnId="{50186069-B92D-4009-85C5-2AF551B484D1}">
      <dgm:prSet/>
      <dgm:spPr/>
      <dgm:t>
        <a:bodyPr/>
        <a:lstStyle/>
        <a:p>
          <a:endParaRPr lang="ru-RU"/>
        </a:p>
      </dgm:t>
    </dgm:pt>
    <dgm:pt modelId="{B33D5AC6-453F-4F8B-B25C-491EE8340EC0}" type="sibTrans" cxnId="{50186069-B92D-4009-85C5-2AF551B484D1}">
      <dgm:prSet/>
      <dgm:spPr/>
      <dgm:t>
        <a:bodyPr/>
        <a:lstStyle/>
        <a:p>
          <a:endParaRPr lang="ru-RU"/>
        </a:p>
      </dgm:t>
    </dgm:pt>
    <dgm:pt modelId="{CAA54B5E-E2F0-4DC4-8300-F76F4F1EA385}">
      <dgm:prSet phldrT="[Текст]" custT="1"/>
      <dgm:spPr/>
      <dgm:t>
        <a:bodyPr/>
        <a:lstStyle/>
        <a:p>
          <a:r>
            <a:rPr lang="ru-RU" sz="1200" dirty="0" smtClean="0"/>
            <a:t>Расписание занятий</a:t>
          </a:r>
          <a:endParaRPr lang="ru-RU" sz="1200" dirty="0"/>
        </a:p>
      </dgm:t>
    </dgm:pt>
    <dgm:pt modelId="{57D8661B-273C-4FC2-A793-DE3605EE8E8C}" type="parTrans" cxnId="{2ABEF2EF-64C6-4B40-9BFA-42083DF7DDCD}">
      <dgm:prSet/>
      <dgm:spPr/>
      <dgm:t>
        <a:bodyPr/>
        <a:lstStyle/>
        <a:p>
          <a:endParaRPr lang="ru-RU"/>
        </a:p>
      </dgm:t>
    </dgm:pt>
    <dgm:pt modelId="{8241723C-20D4-4351-B5F1-47734C5D3096}" type="sibTrans" cxnId="{2ABEF2EF-64C6-4B40-9BFA-42083DF7DDCD}">
      <dgm:prSet/>
      <dgm:spPr/>
      <dgm:t>
        <a:bodyPr/>
        <a:lstStyle/>
        <a:p>
          <a:endParaRPr lang="ru-RU"/>
        </a:p>
      </dgm:t>
    </dgm:pt>
    <dgm:pt modelId="{CD3C58E4-08B3-4653-972A-A8C798378AD3}">
      <dgm:prSet phldrT="[Текст]" custT="1"/>
      <dgm:spPr/>
      <dgm:t>
        <a:bodyPr/>
        <a:lstStyle/>
        <a:p>
          <a:r>
            <a:rPr lang="ru-RU" sz="1200" dirty="0" smtClean="0"/>
            <a:t>Освоение</a:t>
          </a:r>
          <a:endParaRPr lang="ru-RU" sz="1200" dirty="0"/>
        </a:p>
      </dgm:t>
    </dgm:pt>
    <dgm:pt modelId="{D91AD9D7-890E-427A-8483-BCE9F23E488A}" type="parTrans" cxnId="{D880F51E-67B4-422A-B724-C68A7968EA76}">
      <dgm:prSet/>
      <dgm:spPr/>
      <dgm:t>
        <a:bodyPr/>
        <a:lstStyle/>
        <a:p>
          <a:endParaRPr lang="ru-RU"/>
        </a:p>
      </dgm:t>
    </dgm:pt>
    <dgm:pt modelId="{8F39DC8C-8C4F-4E17-933F-428B92D7EC9D}" type="sibTrans" cxnId="{D880F51E-67B4-422A-B724-C68A7968EA76}">
      <dgm:prSet/>
      <dgm:spPr/>
      <dgm:t>
        <a:bodyPr/>
        <a:lstStyle/>
        <a:p>
          <a:endParaRPr lang="ru-RU"/>
        </a:p>
      </dgm:t>
    </dgm:pt>
    <dgm:pt modelId="{D606E841-721E-414D-A6FD-F50E6951C0B0}">
      <dgm:prSet phldrT="[Текст]" custT="1"/>
      <dgm:spPr/>
      <dgm:t>
        <a:bodyPr/>
        <a:lstStyle/>
        <a:p>
          <a:r>
            <a:rPr lang="ru-RU" sz="1200" dirty="0" smtClean="0"/>
            <a:t>Студенты</a:t>
          </a:r>
          <a:endParaRPr lang="ru-RU" sz="1200" dirty="0"/>
        </a:p>
      </dgm:t>
    </dgm:pt>
    <dgm:pt modelId="{604DF2A9-CB06-4765-8367-60BE469002C2}" type="parTrans" cxnId="{9AA90996-E4C4-4E93-A2A4-BAB35DD22F7A}">
      <dgm:prSet/>
      <dgm:spPr/>
      <dgm:t>
        <a:bodyPr/>
        <a:lstStyle/>
        <a:p>
          <a:endParaRPr lang="ru-RU"/>
        </a:p>
      </dgm:t>
    </dgm:pt>
    <dgm:pt modelId="{9508CC00-E823-406B-9915-FEB08731039D}" type="sibTrans" cxnId="{9AA90996-E4C4-4E93-A2A4-BAB35DD22F7A}">
      <dgm:prSet/>
      <dgm:spPr/>
      <dgm:t>
        <a:bodyPr/>
        <a:lstStyle/>
        <a:p>
          <a:endParaRPr lang="ru-RU"/>
        </a:p>
      </dgm:t>
    </dgm:pt>
    <dgm:pt modelId="{A958E6BC-341F-401D-8892-FEE6FD0C5A7D}">
      <dgm:prSet phldrT="[Текст]" custT="1"/>
      <dgm:spPr/>
      <dgm:t>
        <a:bodyPr/>
        <a:lstStyle/>
        <a:p>
          <a:r>
            <a:rPr lang="ru-RU" sz="1200" dirty="0" smtClean="0"/>
            <a:t>Учебные планы</a:t>
          </a:r>
          <a:endParaRPr lang="ru-RU" sz="1200" dirty="0"/>
        </a:p>
      </dgm:t>
    </dgm:pt>
    <dgm:pt modelId="{0F674DEF-1E4C-4DAC-ADE2-CB7A4E6815E6}" type="parTrans" cxnId="{23FA9115-691A-49B9-A944-2C62E4650848}">
      <dgm:prSet/>
      <dgm:spPr/>
      <dgm:t>
        <a:bodyPr/>
        <a:lstStyle/>
        <a:p>
          <a:endParaRPr lang="ru-RU"/>
        </a:p>
      </dgm:t>
    </dgm:pt>
    <dgm:pt modelId="{DDF63853-71E2-4936-A516-7D9E460E551D}" type="sibTrans" cxnId="{23FA9115-691A-49B9-A944-2C62E4650848}">
      <dgm:prSet/>
      <dgm:spPr/>
      <dgm:t>
        <a:bodyPr/>
        <a:lstStyle/>
        <a:p>
          <a:endParaRPr lang="ru-RU"/>
        </a:p>
      </dgm:t>
    </dgm:pt>
    <dgm:pt modelId="{AFB6FBB4-A1AD-469F-BD32-F50ED6F49AEF}">
      <dgm:prSet phldrT="[Текст]" custT="1"/>
      <dgm:spPr/>
      <dgm:t>
        <a:bodyPr/>
        <a:lstStyle/>
        <a:p>
          <a:r>
            <a:rPr lang="ru-RU" sz="1200" dirty="0" smtClean="0"/>
            <a:t>Учебный процесс</a:t>
          </a:r>
          <a:endParaRPr lang="ru-RU" sz="1200" dirty="0"/>
        </a:p>
      </dgm:t>
    </dgm:pt>
    <dgm:pt modelId="{86FC8910-A744-4F80-95F3-96508A2EF818}" type="parTrans" cxnId="{31961602-7158-4DBA-83AC-FFA166CC0270}">
      <dgm:prSet/>
      <dgm:spPr/>
      <dgm:t>
        <a:bodyPr/>
        <a:lstStyle/>
        <a:p>
          <a:endParaRPr lang="ru-RU"/>
        </a:p>
      </dgm:t>
    </dgm:pt>
    <dgm:pt modelId="{DBC89FC5-50A8-4A55-A223-25957C651474}" type="sibTrans" cxnId="{31961602-7158-4DBA-83AC-FFA166CC0270}">
      <dgm:prSet/>
      <dgm:spPr/>
      <dgm:t>
        <a:bodyPr/>
        <a:lstStyle/>
        <a:p>
          <a:endParaRPr lang="ru-RU"/>
        </a:p>
      </dgm:t>
    </dgm:pt>
    <dgm:pt modelId="{F4FF8BFB-F49B-428E-B4EA-7DEC841108C4}">
      <dgm:prSet phldrT="[Текст]"/>
      <dgm:spPr/>
      <dgm:t>
        <a:bodyPr/>
        <a:lstStyle/>
        <a:p>
          <a:r>
            <a:rPr lang="ru-RU" dirty="0" smtClean="0"/>
            <a:t>Научная информация</a:t>
          </a:r>
          <a:endParaRPr lang="ru-RU" dirty="0"/>
        </a:p>
      </dgm:t>
    </dgm:pt>
    <dgm:pt modelId="{224A8A79-3E45-4CF1-844E-47F0BE1AEF46}" type="parTrans" cxnId="{A42A181D-C1B3-421B-84BB-3B7BB4B2B752}">
      <dgm:prSet/>
      <dgm:spPr/>
      <dgm:t>
        <a:bodyPr/>
        <a:lstStyle/>
        <a:p>
          <a:endParaRPr lang="ru-RU"/>
        </a:p>
      </dgm:t>
    </dgm:pt>
    <dgm:pt modelId="{4A6D7D9E-33E7-4F3B-9FB8-C57EDBE17F9F}" type="sibTrans" cxnId="{A42A181D-C1B3-421B-84BB-3B7BB4B2B752}">
      <dgm:prSet/>
      <dgm:spPr/>
      <dgm:t>
        <a:bodyPr/>
        <a:lstStyle/>
        <a:p>
          <a:endParaRPr lang="ru-RU"/>
        </a:p>
      </dgm:t>
    </dgm:pt>
    <dgm:pt modelId="{07D58A0F-BC36-484A-8BF0-9D5F2A87C491}">
      <dgm:prSet phldrT="[Текст]"/>
      <dgm:spPr/>
      <dgm:t>
        <a:bodyPr/>
        <a:lstStyle/>
        <a:p>
          <a:r>
            <a:rPr lang="ru-RU" dirty="0" smtClean="0"/>
            <a:t>Финансовая информация</a:t>
          </a:r>
          <a:endParaRPr lang="ru-RU" dirty="0"/>
        </a:p>
      </dgm:t>
    </dgm:pt>
    <dgm:pt modelId="{01B9F030-56AB-417B-9814-B043E7066798}" type="parTrans" cxnId="{3440D927-6B3C-468F-B794-A3AF6455CCB8}">
      <dgm:prSet/>
      <dgm:spPr/>
      <dgm:t>
        <a:bodyPr/>
        <a:lstStyle/>
        <a:p>
          <a:endParaRPr lang="ru-RU"/>
        </a:p>
      </dgm:t>
    </dgm:pt>
    <dgm:pt modelId="{C2BCC213-D79E-40DF-BF05-E2381BF3A23D}" type="sibTrans" cxnId="{3440D927-6B3C-468F-B794-A3AF6455CCB8}">
      <dgm:prSet/>
      <dgm:spPr/>
      <dgm:t>
        <a:bodyPr/>
        <a:lstStyle/>
        <a:p>
          <a:endParaRPr lang="ru-RU"/>
        </a:p>
      </dgm:t>
    </dgm:pt>
    <dgm:pt modelId="{87D64D92-3BF5-4E88-9D46-FB3CFDAA6BD7}" type="pres">
      <dgm:prSet presAssocID="{CA3B6003-B9D1-47A3-B0FD-627D4C170EB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E07C5B1-B434-43EF-A9D6-357D30953BBC}" type="pres">
      <dgm:prSet presAssocID="{CA3B6003-B9D1-47A3-B0FD-627D4C170EB5}" presName="tSp" presStyleCnt="0"/>
      <dgm:spPr/>
    </dgm:pt>
    <dgm:pt modelId="{850BAC94-0A68-4C18-A32A-D098716D6D20}" type="pres">
      <dgm:prSet presAssocID="{CA3B6003-B9D1-47A3-B0FD-627D4C170EB5}" presName="bSp" presStyleCnt="0"/>
      <dgm:spPr/>
    </dgm:pt>
    <dgm:pt modelId="{4AED8B48-CC62-4063-A4EB-E4352CECA6FE}" type="pres">
      <dgm:prSet presAssocID="{CA3B6003-B9D1-47A3-B0FD-627D4C170EB5}" presName="process" presStyleCnt="0"/>
      <dgm:spPr/>
    </dgm:pt>
    <dgm:pt modelId="{9FD87778-99B3-4AAB-B57C-FAEAF52E62C0}" type="pres">
      <dgm:prSet presAssocID="{E3807E0D-7ED0-4742-93F3-C866C07740A8}" presName="composite1" presStyleCnt="0"/>
      <dgm:spPr/>
    </dgm:pt>
    <dgm:pt modelId="{D2637609-8C6D-48C8-9395-9AD1086A0991}" type="pres">
      <dgm:prSet presAssocID="{E3807E0D-7ED0-4742-93F3-C866C07740A8}" presName="dummyNode1" presStyleLbl="node1" presStyleIdx="0" presStyleCnt="3"/>
      <dgm:spPr/>
    </dgm:pt>
    <dgm:pt modelId="{CF2D2971-F75E-4300-BF0D-954802E86E84}" type="pres">
      <dgm:prSet presAssocID="{E3807E0D-7ED0-4742-93F3-C866C07740A8}" presName="childNode1" presStyleLbl="bgAcc1" presStyleIdx="0" presStyleCnt="3" custScaleX="12108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F0D265B-2532-445A-8801-866C3BAEB58F}" type="pres">
      <dgm:prSet presAssocID="{E3807E0D-7ED0-4742-93F3-C866C07740A8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EA3E287-6A98-4C26-B61C-CFD09ED206D4}" type="pres">
      <dgm:prSet presAssocID="{E3807E0D-7ED0-4742-93F3-C866C07740A8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88942E-BBE8-4430-BB15-638D7165BEBF}" type="pres">
      <dgm:prSet presAssocID="{E3807E0D-7ED0-4742-93F3-C866C07740A8}" presName="connSite1" presStyleCnt="0"/>
      <dgm:spPr/>
    </dgm:pt>
    <dgm:pt modelId="{8EADC417-3E36-488F-880E-35CC1AA32CC6}" type="pres">
      <dgm:prSet presAssocID="{F0B25BBD-2720-42BA-88C4-480C8FDA8FC5}" presName="Name9" presStyleLbl="sibTrans2D1" presStyleIdx="0" presStyleCnt="2"/>
      <dgm:spPr/>
      <dgm:t>
        <a:bodyPr/>
        <a:lstStyle/>
        <a:p>
          <a:endParaRPr lang="ru-RU"/>
        </a:p>
      </dgm:t>
    </dgm:pt>
    <dgm:pt modelId="{745EF5FD-0FA7-43DF-9DE1-76A14986C2E7}" type="pres">
      <dgm:prSet presAssocID="{C633CFE0-5CAA-47A9-A8C6-567A350FAE6C}" presName="composite2" presStyleCnt="0"/>
      <dgm:spPr/>
    </dgm:pt>
    <dgm:pt modelId="{586BD75A-431D-4A1F-83DA-77DBF3320DAF}" type="pres">
      <dgm:prSet presAssocID="{C633CFE0-5CAA-47A9-A8C6-567A350FAE6C}" presName="dummyNode2" presStyleLbl="node1" presStyleIdx="0" presStyleCnt="3"/>
      <dgm:spPr/>
    </dgm:pt>
    <dgm:pt modelId="{FA7F5303-6FC6-463D-9D06-B2C7E1ED2B21}" type="pres">
      <dgm:prSet presAssocID="{C633CFE0-5CAA-47A9-A8C6-567A350FAE6C}" presName="childNode2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7EA87A9-34A0-4724-9A90-144704DC07E5}" type="pres">
      <dgm:prSet presAssocID="{C633CFE0-5CAA-47A9-A8C6-567A350FAE6C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E38494-A544-4363-9FF0-7992FC5A6A63}" type="pres">
      <dgm:prSet presAssocID="{C633CFE0-5CAA-47A9-A8C6-567A350FAE6C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80B8940-0FCF-42BE-AA0F-3CDDCF7BA95B}" type="pres">
      <dgm:prSet presAssocID="{C633CFE0-5CAA-47A9-A8C6-567A350FAE6C}" presName="connSite2" presStyleCnt="0"/>
      <dgm:spPr/>
    </dgm:pt>
    <dgm:pt modelId="{CABC5879-E241-4F18-8EB8-A402E5E1B06A}" type="pres">
      <dgm:prSet presAssocID="{CE21D417-F45F-4278-A9EF-2FE9EA8A120A}" presName="Name18" presStyleLbl="sibTrans2D1" presStyleIdx="1" presStyleCnt="2"/>
      <dgm:spPr/>
      <dgm:t>
        <a:bodyPr/>
        <a:lstStyle/>
        <a:p>
          <a:endParaRPr lang="ru-RU"/>
        </a:p>
      </dgm:t>
    </dgm:pt>
    <dgm:pt modelId="{B30B733F-7B94-4C12-84D1-4B721D260B3C}" type="pres">
      <dgm:prSet presAssocID="{37398ED9-D6BE-4430-B2CC-AB22784D32D2}" presName="composite1" presStyleCnt="0"/>
      <dgm:spPr/>
    </dgm:pt>
    <dgm:pt modelId="{C62F80D1-34E1-4CB7-BB12-41BEBFE8A2A9}" type="pres">
      <dgm:prSet presAssocID="{37398ED9-D6BE-4430-B2CC-AB22784D32D2}" presName="dummyNode1" presStyleLbl="node1" presStyleIdx="1" presStyleCnt="3"/>
      <dgm:spPr/>
    </dgm:pt>
    <dgm:pt modelId="{4CC78D0B-8B9E-4108-995F-126435DB57D6}" type="pres">
      <dgm:prSet presAssocID="{37398ED9-D6BE-4430-B2CC-AB22784D32D2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BD36C3-7C2C-44A5-B92B-113B0C02CAFC}" type="pres">
      <dgm:prSet presAssocID="{37398ED9-D6BE-4430-B2CC-AB22784D32D2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A2D596-4DF3-42C3-82E9-6FB1B6DD27D9}" type="pres">
      <dgm:prSet presAssocID="{37398ED9-D6BE-4430-B2CC-AB22784D32D2}" presName="parentNode1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2807F26-2C83-44AA-8FB5-63AB296D0931}" type="pres">
      <dgm:prSet presAssocID="{37398ED9-D6BE-4430-B2CC-AB22784D32D2}" presName="connSite1" presStyleCnt="0"/>
      <dgm:spPr/>
    </dgm:pt>
  </dgm:ptLst>
  <dgm:cxnLst>
    <dgm:cxn modelId="{23FA9115-691A-49B9-A944-2C62E4650848}" srcId="{C633CFE0-5CAA-47A9-A8C6-567A350FAE6C}" destId="{A958E6BC-341F-401D-8892-FEE6FD0C5A7D}" srcOrd="2" destOrd="0" parTransId="{0F674DEF-1E4C-4DAC-ADE2-CB7A4E6815E6}" sibTransId="{DDF63853-71E2-4936-A516-7D9E460E551D}"/>
    <dgm:cxn modelId="{0FD9E249-CF84-431D-9FF4-381DA74828C0}" type="presOf" srcId="{1A4BA345-531A-4183-A4FF-4A7D2E308647}" destId="{FA7F5303-6FC6-463D-9D06-B2C7E1ED2B21}" srcOrd="0" destOrd="0" presId="urn:microsoft.com/office/officeart/2005/8/layout/hProcess4"/>
    <dgm:cxn modelId="{3440D927-6B3C-468F-B794-A3AF6455CCB8}" srcId="{37398ED9-D6BE-4430-B2CC-AB22784D32D2}" destId="{07D58A0F-BC36-484A-8BF0-9D5F2A87C491}" srcOrd="3" destOrd="0" parTransId="{01B9F030-56AB-417B-9814-B043E7066798}" sibTransId="{C2BCC213-D79E-40DF-BF05-E2381BF3A23D}"/>
    <dgm:cxn modelId="{9127BBE0-BD02-4E65-8E38-D2867FAB7172}" type="presOf" srcId="{C633CFE0-5CAA-47A9-A8C6-567A350FAE6C}" destId="{B8E38494-A544-4363-9FF0-7992FC5A6A63}" srcOrd="0" destOrd="0" presId="urn:microsoft.com/office/officeart/2005/8/layout/hProcess4"/>
    <dgm:cxn modelId="{762F8C55-75E7-42B9-813C-4936991078A5}" type="presOf" srcId="{E3807E0D-7ED0-4742-93F3-C866C07740A8}" destId="{8EA3E287-6A98-4C26-B61C-CFD09ED206D4}" srcOrd="0" destOrd="0" presId="urn:microsoft.com/office/officeart/2005/8/layout/hProcess4"/>
    <dgm:cxn modelId="{FCF29B6F-38D0-4F62-A4AB-75C7BB88A35C}" type="presOf" srcId="{E2BF2D0C-08DE-470A-B978-93FC4A781948}" destId="{EF0D265B-2532-445A-8801-866C3BAEB58F}" srcOrd="1" destOrd="0" presId="urn:microsoft.com/office/officeart/2005/8/layout/hProcess4"/>
    <dgm:cxn modelId="{45BF854F-7340-44C6-9556-53B3C78AD5CB}" type="presOf" srcId="{07D58A0F-BC36-484A-8BF0-9D5F2A87C491}" destId="{4CC78D0B-8B9E-4108-995F-126435DB57D6}" srcOrd="0" destOrd="3" presId="urn:microsoft.com/office/officeart/2005/8/layout/hProcess4"/>
    <dgm:cxn modelId="{F79712E3-0DD1-4D27-B3AD-F00D85293135}" srcId="{CA3B6003-B9D1-47A3-B0FD-627D4C170EB5}" destId="{E3807E0D-7ED0-4742-93F3-C866C07740A8}" srcOrd="0" destOrd="0" parTransId="{D58B1B0D-3EA9-42C0-B1DF-E476192131EF}" sibTransId="{F0B25BBD-2720-42BA-88C4-480C8FDA8FC5}"/>
    <dgm:cxn modelId="{43483B9E-4178-4E4E-8594-386C650E325C}" srcId="{CA3B6003-B9D1-47A3-B0FD-627D4C170EB5}" destId="{C633CFE0-5CAA-47A9-A8C6-567A350FAE6C}" srcOrd="1" destOrd="0" parTransId="{65DF162D-674A-4C70-AE6B-76FAFAB3D685}" sibTransId="{CE21D417-F45F-4278-A9EF-2FE9EA8A120A}"/>
    <dgm:cxn modelId="{F74BE0F4-7C5F-4C84-87A0-6868345C9013}" type="presOf" srcId="{F4FF8BFB-F49B-428E-B4EA-7DEC841108C4}" destId="{4CC78D0B-8B9E-4108-995F-126435DB57D6}" srcOrd="0" destOrd="2" presId="urn:microsoft.com/office/officeart/2005/8/layout/hProcess4"/>
    <dgm:cxn modelId="{50186069-B92D-4009-85C5-2AF551B484D1}" srcId="{37398ED9-D6BE-4430-B2CC-AB22784D32D2}" destId="{6B215D6F-7D24-45F9-97B5-53B2EE808653}" srcOrd="1" destOrd="0" parTransId="{DFEBB195-F0C3-41A1-B81F-FBDBE08F5EC6}" sibTransId="{B33D5AC6-453F-4F8B-B25C-491EE8340EC0}"/>
    <dgm:cxn modelId="{FEB8F1BD-270E-489C-BD59-ABBA4FE069C6}" type="presOf" srcId="{D606E841-721E-414D-A6FD-F50E6951C0B0}" destId="{FA7F5303-6FC6-463D-9D06-B2C7E1ED2B21}" srcOrd="0" destOrd="1" presId="urn:microsoft.com/office/officeart/2005/8/layout/hProcess4"/>
    <dgm:cxn modelId="{50A21818-EEBC-4952-8685-437F6E649520}" type="presOf" srcId="{6B215D6F-7D24-45F9-97B5-53B2EE808653}" destId="{4CC78D0B-8B9E-4108-995F-126435DB57D6}" srcOrd="0" destOrd="1" presId="urn:microsoft.com/office/officeart/2005/8/layout/hProcess4"/>
    <dgm:cxn modelId="{88F353BE-1442-4B17-84A6-24ACB11BEA8A}" srcId="{E3807E0D-7ED0-4742-93F3-C866C07740A8}" destId="{34A2BB42-AA6C-464B-B3E2-73C331255876}" srcOrd="2" destOrd="0" parTransId="{8E32DFAA-4B19-44ED-B029-0B16F28FBA82}" sibTransId="{550BC4AC-65DF-43A9-972A-C5AC53FE5DE1}"/>
    <dgm:cxn modelId="{9AA90996-E4C4-4E93-A2A4-BAB35DD22F7A}" srcId="{C633CFE0-5CAA-47A9-A8C6-567A350FAE6C}" destId="{D606E841-721E-414D-A6FD-F50E6951C0B0}" srcOrd="1" destOrd="0" parTransId="{604DF2A9-CB06-4765-8367-60BE469002C2}" sibTransId="{9508CC00-E823-406B-9915-FEB08731039D}"/>
    <dgm:cxn modelId="{053C98A8-8F10-47AE-9DA8-56EC7CEEC217}" srcId="{E3807E0D-7ED0-4742-93F3-C866C07740A8}" destId="{E2BF2D0C-08DE-470A-B978-93FC4A781948}" srcOrd="0" destOrd="0" parTransId="{2C402300-CA10-44BC-B38A-63C9DF53ED0A}" sibTransId="{4BA283D3-28CE-4674-9FEC-45101BA974EC}"/>
    <dgm:cxn modelId="{D880F51E-67B4-422A-B724-C68A7968EA76}" srcId="{E3807E0D-7ED0-4742-93F3-C866C07740A8}" destId="{CD3C58E4-08B3-4653-972A-A8C798378AD3}" srcOrd="3" destOrd="0" parTransId="{D91AD9D7-890E-427A-8483-BCE9F23E488A}" sibTransId="{8F39DC8C-8C4F-4E17-933F-428B92D7EC9D}"/>
    <dgm:cxn modelId="{B5638338-7464-4AB0-AB3D-74600059D29E}" type="presOf" srcId="{CD3C58E4-08B3-4653-972A-A8C798378AD3}" destId="{CF2D2971-F75E-4300-BF0D-954802E86E84}" srcOrd="0" destOrd="3" presId="urn:microsoft.com/office/officeart/2005/8/layout/hProcess4"/>
    <dgm:cxn modelId="{5B317594-3044-4A6F-B660-7DF9C7264E35}" srcId="{C633CFE0-5CAA-47A9-A8C6-567A350FAE6C}" destId="{1A4BA345-531A-4183-A4FF-4A7D2E308647}" srcOrd="0" destOrd="0" parTransId="{93CC7742-C317-4D94-B367-B87D6C694792}" sibTransId="{06EAE2DE-2718-4705-BB46-D17DBBD0A82E}"/>
    <dgm:cxn modelId="{A42A181D-C1B3-421B-84BB-3B7BB4B2B752}" srcId="{37398ED9-D6BE-4430-B2CC-AB22784D32D2}" destId="{F4FF8BFB-F49B-428E-B4EA-7DEC841108C4}" srcOrd="2" destOrd="0" parTransId="{224A8A79-3E45-4CF1-844E-47F0BE1AEF46}" sibTransId="{4A6D7D9E-33E7-4F3B-9FB8-C57EDBE17F9F}"/>
    <dgm:cxn modelId="{3874C7DA-D060-4288-99F5-3D3FC3842AB0}" type="presOf" srcId="{F4FF8BFB-F49B-428E-B4EA-7DEC841108C4}" destId="{B0BD36C3-7C2C-44A5-B92B-113B0C02CAFC}" srcOrd="1" destOrd="2" presId="urn:microsoft.com/office/officeart/2005/8/layout/hProcess4"/>
    <dgm:cxn modelId="{5CDFA329-076B-4DD0-B5FB-AB0CE1158DD8}" type="presOf" srcId="{D606E841-721E-414D-A6FD-F50E6951C0B0}" destId="{47EA87A9-34A0-4724-9A90-144704DC07E5}" srcOrd="1" destOrd="1" presId="urn:microsoft.com/office/officeart/2005/8/layout/hProcess4"/>
    <dgm:cxn modelId="{2292BBF2-6CC8-449D-B4F7-6437CE946521}" type="presOf" srcId="{34A2BB42-AA6C-464B-B3E2-73C331255876}" destId="{CF2D2971-F75E-4300-BF0D-954802E86E84}" srcOrd="0" destOrd="2" presId="urn:microsoft.com/office/officeart/2005/8/layout/hProcess4"/>
    <dgm:cxn modelId="{16A22CA7-6007-4F2A-8512-0AA192E933DB}" type="presOf" srcId="{F0B25BBD-2720-42BA-88C4-480C8FDA8FC5}" destId="{8EADC417-3E36-488F-880E-35CC1AA32CC6}" srcOrd="0" destOrd="0" presId="urn:microsoft.com/office/officeart/2005/8/layout/hProcess4"/>
    <dgm:cxn modelId="{6B95FD62-61E5-44C8-BC76-FCA61E8E2373}" type="presOf" srcId="{1A4BA345-531A-4183-A4FF-4A7D2E308647}" destId="{47EA87A9-34A0-4724-9A90-144704DC07E5}" srcOrd="1" destOrd="0" presId="urn:microsoft.com/office/officeart/2005/8/layout/hProcess4"/>
    <dgm:cxn modelId="{C682FF66-C542-4737-891E-2CD1F069DC61}" type="presOf" srcId="{07D58A0F-BC36-484A-8BF0-9D5F2A87C491}" destId="{B0BD36C3-7C2C-44A5-B92B-113B0C02CAFC}" srcOrd="1" destOrd="3" presId="urn:microsoft.com/office/officeart/2005/8/layout/hProcess4"/>
    <dgm:cxn modelId="{5C8F9D4B-0B79-4106-A978-274010559FBC}" type="presOf" srcId="{A958E6BC-341F-401D-8892-FEE6FD0C5A7D}" destId="{FA7F5303-6FC6-463D-9D06-B2C7E1ED2B21}" srcOrd="0" destOrd="2" presId="urn:microsoft.com/office/officeart/2005/8/layout/hProcess4"/>
    <dgm:cxn modelId="{C3A708E8-B30E-4C89-B90D-1492B4BE0757}" type="presOf" srcId="{960ED91F-4820-48C2-9CF1-091B44064984}" destId="{4CC78D0B-8B9E-4108-995F-126435DB57D6}" srcOrd="0" destOrd="0" presId="urn:microsoft.com/office/officeart/2005/8/layout/hProcess4"/>
    <dgm:cxn modelId="{E72B44E1-FF06-4396-8978-A1A13FA0E5AA}" type="presOf" srcId="{AFB6FBB4-A1AD-469F-BD32-F50ED6F49AEF}" destId="{FA7F5303-6FC6-463D-9D06-B2C7E1ED2B21}" srcOrd="0" destOrd="3" presId="urn:microsoft.com/office/officeart/2005/8/layout/hProcess4"/>
    <dgm:cxn modelId="{621814CA-720E-4B67-83B2-6DC5D4291B73}" type="presOf" srcId="{CD3C58E4-08B3-4653-972A-A8C798378AD3}" destId="{EF0D265B-2532-445A-8801-866C3BAEB58F}" srcOrd="1" destOrd="3" presId="urn:microsoft.com/office/officeart/2005/8/layout/hProcess4"/>
    <dgm:cxn modelId="{31961602-7158-4DBA-83AC-FFA166CC0270}" srcId="{C633CFE0-5CAA-47A9-A8C6-567A350FAE6C}" destId="{AFB6FBB4-A1AD-469F-BD32-F50ED6F49AEF}" srcOrd="3" destOrd="0" parTransId="{86FC8910-A744-4F80-95F3-96508A2EF818}" sibTransId="{DBC89FC5-50A8-4A55-A223-25957C651474}"/>
    <dgm:cxn modelId="{AE3A3941-A17A-485C-AB1B-E908948B1145}" type="presOf" srcId="{CAA54B5E-E2F0-4DC4-8300-F76F4F1EA385}" destId="{EF0D265B-2532-445A-8801-866C3BAEB58F}" srcOrd="1" destOrd="1" presId="urn:microsoft.com/office/officeart/2005/8/layout/hProcess4"/>
    <dgm:cxn modelId="{8D21C1D6-390A-445E-BBD3-815735D72046}" type="presOf" srcId="{34A2BB42-AA6C-464B-B3E2-73C331255876}" destId="{EF0D265B-2532-445A-8801-866C3BAEB58F}" srcOrd="1" destOrd="2" presId="urn:microsoft.com/office/officeart/2005/8/layout/hProcess4"/>
    <dgm:cxn modelId="{33AD965C-002B-4ABB-B6E5-2DEF5E30B53A}" type="presOf" srcId="{CA3B6003-B9D1-47A3-B0FD-627D4C170EB5}" destId="{87D64D92-3BF5-4E88-9D46-FB3CFDAA6BD7}" srcOrd="0" destOrd="0" presId="urn:microsoft.com/office/officeart/2005/8/layout/hProcess4"/>
    <dgm:cxn modelId="{DF444D58-500F-4A03-BE56-6EB9B9EB6532}" type="presOf" srcId="{CE21D417-F45F-4278-A9EF-2FE9EA8A120A}" destId="{CABC5879-E241-4F18-8EB8-A402E5E1B06A}" srcOrd="0" destOrd="0" presId="urn:microsoft.com/office/officeart/2005/8/layout/hProcess4"/>
    <dgm:cxn modelId="{B947B226-E0D4-46DD-89B7-A0B7B40AE93D}" type="presOf" srcId="{E2BF2D0C-08DE-470A-B978-93FC4A781948}" destId="{CF2D2971-F75E-4300-BF0D-954802E86E84}" srcOrd="0" destOrd="0" presId="urn:microsoft.com/office/officeart/2005/8/layout/hProcess4"/>
    <dgm:cxn modelId="{C385E2F5-6D95-4B71-8767-49E517A60AF1}" type="presOf" srcId="{960ED91F-4820-48C2-9CF1-091B44064984}" destId="{B0BD36C3-7C2C-44A5-B92B-113B0C02CAFC}" srcOrd="1" destOrd="0" presId="urn:microsoft.com/office/officeart/2005/8/layout/hProcess4"/>
    <dgm:cxn modelId="{B213AD34-4282-443A-9499-1B4ECBFFD463}" type="presOf" srcId="{AFB6FBB4-A1AD-469F-BD32-F50ED6F49AEF}" destId="{47EA87A9-34A0-4724-9A90-144704DC07E5}" srcOrd="1" destOrd="3" presId="urn:microsoft.com/office/officeart/2005/8/layout/hProcess4"/>
    <dgm:cxn modelId="{2ABEF2EF-64C6-4B40-9BFA-42083DF7DDCD}" srcId="{E3807E0D-7ED0-4742-93F3-C866C07740A8}" destId="{CAA54B5E-E2F0-4DC4-8300-F76F4F1EA385}" srcOrd="1" destOrd="0" parTransId="{57D8661B-273C-4FC2-A793-DE3605EE8E8C}" sibTransId="{8241723C-20D4-4351-B5F1-47734C5D3096}"/>
    <dgm:cxn modelId="{E3430858-43B6-4E56-80E7-5606381706F5}" srcId="{CA3B6003-B9D1-47A3-B0FD-627D4C170EB5}" destId="{37398ED9-D6BE-4430-B2CC-AB22784D32D2}" srcOrd="2" destOrd="0" parTransId="{15BB6F6B-56E6-4E7F-B051-90105660A0A2}" sibTransId="{8F3566EC-4495-4C21-8029-A8D2C6C7D236}"/>
    <dgm:cxn modelId="{6A9A325B-4AC0-470E-8BF8-DA8DC4E2782C}" type="presOf" srcId="{A958E6BC-341F-401D-8892-FEE6FD0C5A7D}" destId="{47EA87A9-34A0-4724-9A90-144704DC07E5}" srcOrd="1" destOrd="2" presId="urn:microsoft.com/office/officeart/2005/8/layout/hProcess4"/>
    <dgm:cxn modelId="{7F2D3F09-C47B-456F-9963-E4BA94D8D23E}" type="presOf" srcId="{6B215D6F-7D24-45F9-97B5-53B2EE808653}" destId="{B0BD36C3-7C2C-44A5-B92B-113B0C02CAFC}" srcOrd="1" destOrd="1" presId="urn:microsoft.com/office/officeart/2005/8/layout/hProcess4"/>
    <dgm:cxn modelId="{5A3E138D-D71D-451D-9BE8-810526AE657B}" srcId="{37398ED9-D6BE-4430-B2CC-AB22784D32D2}" destId="{960ED91F-4820-48C2-9CF1-091B44064984}" srcOrd="0" destOrd="0" parTransId="{4868B741-628A-40EF-B4AD-9BD2A2D88F10}" sibTransId="{EBC3E4B8-5D11-4529-86D6-080CF1F69D09}"/>
    <dgm:cxn modelId="{2B1B09AD-380E-44A3-93CC-E30A977B675E}" type="presOf" srcId="{37398ED9-D6BE-4430-B2CC-AB22784D32D2}" destId="{CAA2D596-4DF3-42C3-82E9-6FB1B6DD27D9}" srcOrd="0" destOrd="0" presId="urn:microsoft.com/office/officeart/2005/8/layout/hProcess4"/>
    <dgm:cxn modelId="{ACE2BD83-654E-45CA-BA44-5EDB0D12F10D}" type="presOf" srcId="{CAA54B5E-E2F0-4DC4-8300-F76F4F1EA385}" destId="{CF2D2971-F75E-4300-BF0D-954802E86E84}" srcOrd="0" destOrd="1" presId="urn:microsoft.com/office/officeart/2005/8/layout/hProcess4"/>
    <dgm:cxn modelId="{E3C5EE09-D65E-4F43-8591-975B024F02AE}" type="presParOf" srcId="{87D64D92-3BF5-4E88-9D46-FB3CFDAA6BD7}" destId="{9E07C5B1-B434-43EF-A9D6-357D30953BBC}" srcOrd="0" destOrd="0" presId="urn:microsoft.com/office/officeart/2005/8/layout/hProcess4"/>
    <dgm:cxn modelId="{6FD9DBF2-71CE-4160-A5E9-758A228156C0}" type="presParOf" srcId="{87D64D92-3BF5-4E88-9D46-FB3CFDAA6BD7}" destId="{850BAC94-0A68-4C18-A32A-D098716D6D20}" srcOrd="1" destOrd="0" presId="urn:microsoft.com/office/officeart/2005/8/layout/hProcess4"/>
    <dgm:cxn modelId="{F8688C46-5A0F-4EF4-A763-CE8A91DCC617}" type="presParOf" srcId="{87D64D92-3BF5-4E88-9D46-FB3CFDAA6BD7}" destId="{4AED8B48-CC62-4063-A4EB-E4352CECA6FE}" srcOrd="2" destOrd="0" presId="urn:microsoft.com/office/officeart/2005/8/layout/hProcess4"/>
    <dgm:cxn modelId="{0BD192B1-64FE-41CD-A8D0-7B9B31ADF186}" type="presParOf" srcId="{4AED8B48-CC62-4063-A4EB-E4352CECA6FE}" destId="{9FD87778-99B3-4AAB-B57C-FAEAF52E62C0}" srcOrd="0" destOrd="0" presId="urn:microsoft.com/office/officeart/2005/8/layout/hProcess4"/>
    <dgm:cxn modelId="{3CDE020B-B7FB-406A-8D55-63276CEA255D}" type="presParOf" srcId="{9FD87778-99B3-4AAB-B57C-FAEAF52E62C0}" destId="{D2637609-8C6D-48C8-9395-9AD1086A0991}" srcOrd="0" destOrd="0" presId="urn:microsoft.com/office/officeart/2005/8/layout/hProcess4"/>
    <dgm:cxn modelId="{9472D38B-2346-479E-929F-F25C54121224}" type="presParOf" srcId="{9FD87778-99B3-4AAB-B57C-FAEAF52E62C0}" destId="{CF2D2971-F75E-4300-BF0D-954802E86E84}" srcOrd="1" destOrd="0" presId="urn:microsoft.com/office/officeart/2005/8/layout/hProcess4"/>
    <dgm:cxn modelId="{FD88FB66-3F08-46D8-A610-F34117CF99DC}" type="presParOf" srcId="{9FD87778-99B3-4AAB-B57C-FAEAF52E62C0}" destId="{EF0D265B-2532-445A-8801-866C3BAEB58F}" srcOrd="2" destOrd="0" presId="urn:microsoft.com/office/officeart/2005/8/layout/hProcess4"/>
    <dgm:cxn modelId="{698F1AF0-F48F-436A-90D8-04F0C1763FC8}" type="presParOf" srcId="{9FD87778-99B3-4AAB-B57C-FAEAF52E62C0}" destId="{8EA3E287-6A98-4C26-B61C-CFD09ED206D4}" srcOrd="3" destOrd="0" presId="urn:microsoft.com/office/officeart/2005/8/layout/hProcess4"/>
    <dgm:cxn modelId="{2D4347DF-65A6-4F53-B650-EB609AD5FE6F}" type="presParOf" srcId="{9FD87778-99B3-4AAB-B57C-FAEAF52E62C0}" destId="{F888942E-BBE8-4430-BB15-638D7165BEBF}" srcOrd="4" destOrd="0" presId="urn:microsoft.com/office/officeart/2005/8/layout/hProcess4"/>
    <dgm:cxn modelId="{9A0BEF48-7434-4726-8B61-43DE98987040}" type="presParOf" srcId="{4AED8B48-CC62-4063-A4EB-E4352CECA6FE}" destId="{8EADC417-3E36-488F-880E-35CC1AA32CC6}" srcOrd="1" destOrd="0" presId="urn:microsoft.com/office/officeart/2005/8/layout/hProcess4"/>
    <dgm:cxn modelId="{392CA0AD-B33B-4FCC-90C3-034393DC982E}" type="presParOf" srcId="{4AED8B48-CC62-4063-A4EB-E4352CECA6FE}" destId="{745EF5FD-0FA7-43DF-9DE1-76A14986C2E7}" srcOrd="2" destOrd="0" presId="urn:microsoft.com/office/officeart/2005/8/layout/hProcess4"/>
    <dgm:cxn modelId="{238A3D82-1737-4BB5-AD71-56C7B7D51D18}" type="presParOf" srcId="{745EF5FD-0FA7-43DF-9DE1-76A14986C2E7}" destId="{586BD75A-431D-4A1F-83DA-77DBF3320DAF}" srcOrd="0" destOrd="0" presId="urn:microsoft.com/office/officeart/2005/8/layout/hProcess4"/>
    <dgm:cxn modelId="{A2736790-7B7D-477D-B84F-A84FE8882152}" type="presParOf" srcId="{745EF5FD-0FA7-43DF-9DE1-76A14986C2E7}" destId="{FA7F5303-6FC6-463D-9D06-B2C7E1ED2B21}" srcOrd="1" destOrd="0" presId="urn:microsoft.com/office/officeart/2005/8/layout/hProcess4"/>
    <dgm:cxn modelId="{3AA82A70-F0D7-4E0C-B659-A61EE8CB45A1}" type="presParOf" srcId="{745EF5FD-0FA7-43DF-9DE1-76A14986C2E7}" destId="{47EA87A9-34A0-4724-9A90-144704DC07E5}" srcOrd="2" destOrd="0" presId="urn:microsoft.com/office/officeart/2005/8/layout/hProcess4"/>
    <dgm:cxn modelId="{7E15BCE3-782B-4D06-8291-206785CC5914}" type="presParOf" srcId="{745EF5FD-0FA7-43DF-9DE1-76A14986C2E7}" destId="{B8E38494-A544-4363-9FF0-7992FC5A6A63}" srcOrd="3" destOrd="0" presId="urn:microsoft.com/office/officeart/2005/8/layout/hProcess4"/>
    <dgm:cxn modelId="{37B8507B-F884-4E4C-85AF-17EE8483AB50}" type="presParOf" srcId="{745EF5FD-0FA7-43DF-9DE1-76A14986C2E7}" destId="{680B8940-0FCF-42BE-AA0F-3CDDCF7BA95B}" srcOrd="4" destOrd="0" presId="urn:microsoft.com/office/officeart/2005/8/layout/hProcess4"/>
    <dgm:cxn modelId="{C5297684-A24E-40ED-9F3F-B144DC9C10CF}" type="presParOf" srcId="{4AED8B48-CC62-4063-A4EB-E4352CECA6FE}" destId="{CABC5879-E241-4F18-8EB8-A402E5E1B06A}" srcOrd="3" destOrd="0" presId="urn:microsoft.com/office/officeart/2005/8/layout/hProcess4"/>
    <dgm:cxn modelId="{1094129F-0C1B-4062-99AF-42587371BAF2}" type="presParOf" srcId="{4AED8B48-CC62-4063-A4EB-E4352CECA6FE}" destId="{B30B733F-7B94-4C12-84D1-4B721D260B3C}" srcOrd="4" destOrd="0" presId="urn:microsoft.com/office/officeart/2005/8/layout/hProcess4"/>
    <dgm:cxn modelId="{ADEA8C3A-911B-457F-8897-BAAC83B338C4}" type="presParOf" srcId="{B30B733F-7B94-4C12-84D1-4B721D260B3C}" destId="{C62F80D1-34E1-4CB7-BB12-41BEBFE8A2A9}" srcOrd="0" destOrd="0" presId="urn:microsoft.com/office/officeart/2005/8/layout/hProcess4"/>
    <dgm:cxn modelId="{0230CBE0-8398-4522-82B5-DAAF4F3471DF}" type="presParOf" srcId="{B30B733F-7B94-4C12-84D1-4B721D260B3C}" destId="{4CC78D0B-8B9E-4108-995F-126435DB57D6}" srcOrd="1" destOrd="0" presId="urn:microsoft.com/office/officeart/2005/8/layout/hProcess4"/>
    <dgm:cxn modelId="{E1409960-5CAD-438F-BD7B-EF5B956692E6}" type="presParOf" srcId="{B30B733F-7B94-4C12-84D1-4B721D260B3C}" destId="{B0BD36C3-7C2C-44A5-B92B-113B0C02CAFC}" srcOrd="2" destOrd="0" presId="urn:microsoft.com/office/officeart/2005/8/layout/hProcess4"/>
    <dgm:cxn modelId="{3129CC1F-5BBA-4A23-9CB3-5DD40F9731C0}" type="presParOf" srcId="{B30B733F-7B94-4C12-84D1-4B721D260B3C}" destId="{CAA2D596-4DF3-42C3-82E9-6FB1B6DD27D9}" srcOrd="3" destOrd="0" presId="urn:microsoft.com/office/officeart/2005/8/layout/hProcess4"/>
    <dgm:cxn modelId="{6F06D38E-1992-4065-9814-253777B0749B}" type="presParOf" srcId="{B30B733F-7B94-4C12-84D1-4B721D260B3C}" destId="{32807F26-2C83-44AA-8FB5-63AB296D0931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2D2971-F75E-4300-BF0D-954802E86E84}">
      <dsp:nvSpPr>
        <dsp:cNvPr id="0" name=""/>
        <dsp:cNvSpPr/>
      </dsp:nvSpPr>
      <dsp:spPr>
        <a:xfrm>
          <a:off x="110718" y="691419"/>
          <a:ext cx="1950443" cy="1328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Учебный план</a:t>
          </a:r>
          <a:endParaRPr lang="ru-R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Расписание занятий</a:t>
          </a:r>
          <a:endParaRPr lang="ru-R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Посещаемость</a:t>
          </a:r>
          <a:endParaRPr lang="ru-R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Освоение</a:t>
          </a:r>
          <a:endParaRPr lang="ru-RU" sz="1200" kern="1200" dirty="0"/>
        </a:p>
      </dsp:txBody>
      <dsp:txXfrm>
        <a:off x="141293" y="721994"/>
        <a:ext cx="1889293" cy="982758"/>
      </dsp:txXfrm>
    </dsp:sp>
    <dsp:sp modelId="{8EADC417-3E36-488F-880E-35CC1AA32CC6}">
      <dsp:nvSpPr>
        <dsp:cNvPr id="0" name=""/>
        <dsp:cNvSpPr/>
      </dsp:nvSpPr>
      <dsp:spPr>
        <a:xfrm>
          <a:off x="1169676" y="950052"/>
          <a:ext cx="1861852" cy="1861852"/>
        </a:xfrm>
        <a:prstGeom prst="leftCircularArrow">
          <a:avLst>
            <a:gd name="adj1" fmla="val 3610"/>
            <a:gd name="adj2" fmla="val 449064"/>
            <a:gd name="adj3" fmla="val 2224575"/>
            <a:gd name="adj4" fmla="val 9024489"/>
            <a:gd name="adj5" fmla="val 4211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A3E287-6A98-4C26-B61C-CFD09ED206D4}">
      <dsp:nvSpPr>
        <dsp:cNvPr id="0" name=""/>
        <dsp:cNvSpPr/>
      </dsp:nvSpPr>
      <dsp:spPr>
        <a:xfrm>
          <a:off x="638483" y="1735328"/>
          <a:ext cx="1431862" cy="5694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HEMIS </a:t>
          </a:r>
          <a:r>
            <a:rPr lang="ru-RU" sz="1400" kern="1200" dirty="0" smtClean="0"/>
            <a:t>Студент</a:t>
          </a:r>
          <a:endParaRPr lang="ru-RU" sz="1400" kern="1200" dirty="0"/>
        </a:p>
      </dsp:txBody>
      <dsp:txXfrm>
        <a:off x="655160" y="1752005"/>
        <a:ext cx="1398508" cy="536050"/>
      </dsp:txXfrm>
    </dsp:sp>
    <dsp:sp modelId="{FA7F5303-6FC6-463D-9D06-B2C7E1ED2B21}">
      <dsp:nvSpPr>
        <dsp:cNvPr id="0" name=""/>
        <dsp:cNvSpPr/>
      </dsp:nvSpPr>
      <dsp:spPr>
        <a:xfrm>
          <a:off x="2390385" y="691419"/>
          <a:ext cx="1610845" cy="1328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-1825086"/>
              <a:satOff val="6087"/>
              <a:lumOff val="960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Учителя</a:t>
          </a:r>
          <a:endParaRPr lang="ru-R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Студенты</a:t>
          </a:r>
          <a:endParaRPr lang="ru-R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Учебные планы</a:t>
          </a:r>
          <a:endParaRPr lang="ru-RU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200" kern="1200" dirty="0" smtClean="0"/>
            <a:t>Учебный процесс</a:t>
          </a:r>
          <a:endParaRPr lang="ru-RU" sz="1200" kern="1200" dirty="0"/>
        </a:p>
      </dsp:txBody>
      <dsp:txXfrm>
        <a:off x="2420960" y="1006697"/>
        <a:ext cx="1549695" cy="982758"/>
      </dsp:txXfrm>
    </dsp:sp>
    <dsp:sp modelId="{CABC5879-E241-4F18-8EB8-A402E5E1B06A}">
      <dsp:nvSpPr>
        <dsp:cNvPr id="0" name=""/>
        <dsp:cNvSpPr/>
      </dsp:nvSpPr>
      <dsp:spPr>
        <a:xfrm>
          <a:off x="3266121" y="-152548"/>
          <a:ext cx="2067682" cy="2067682"/>
        </a:xfrm>
        <a:prstGeom prst="circularArrow">
          <a:avLst>
            <a:gd name="adj1" fmla="val 3250"/>
            <a:gd name="adj2" fmla="val 400917"/>
            <a:gd name="adj3" fmla="val 19423572"/>
            <a:gd name="adj4" fmla="val 12575511"/>
            <a:gd name="adj5" fmla="val 3792"/>
          </a:avLst>
        </a:prstGeom>
        <a:solidFill>
          <a:schemeClr val="accent4">
            <a:hueOff val="-3650173"/>
            <a:satOff val="12174"/>
            <a:lumOff val="1921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38494-A544-4363-9FF0-7992FC5A6A63}">
      <dsp:nvSpPr>
        <dsp:cNvPr id="0" name=""/>
        <dsp:cNvSpPr/>
      </dsp:nvSpPr>
      <dsp:spPr>
        <a:xfrm>
          <a:off x="2748351" y="406717"/>
          <a:ext cx="1431862" cy="569404"/>
        </a:xfrm>
        <a:prstGeom prst="roundRect">
          <a:avLst>
            <a:gd name="adj" fmla="val 10000"/>
          </a:avLst>
        </a:prstGeom>
        <a:solidFill>
          <a:schemeClr val="accent4">
            <a:hueOff val="-1825086"/>
            <a:satOff val="6087"/>
            <a:lumOff val="960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HEMIS </a:t>
          </a:r>
          <a:r>
            <a:rPr lang="ru-RU" sz="1400" kern="1200" dirty="0" smtClean="0"/>
            <a:t>Университет</a:t>
          </a:r>
          <a:endParaRPr lang="ru-RU" sz="1400" kern="1200" dirty="0"/>
        </a:p>
      </dsp:txBody>
      <dsp:txXfrm>
        <a:off x="2765028" y="423394"/>
        <a:ext cx="1398508" cy="536050"/>
      </dsp:txXfrm>
    </dsp:sp>
    <dsp:sp modelId="{4CC78D0B-8B9E-4108-995F-126435DB57D6}">
      <dsp:nvSpPr>
        <dsp:cNvPr id="0" name=""/>
        <dsp:cNvSpPr/>
      </dsp:nvSpPr>
      <dsp:spPr>
        <a:xfrm>
          <a:off x="4500253" y="691419"/>
          <a:ext cx="1610845" cy="13286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-3650173"/>
              <a:satOff val="12174"/>
              <a:lumOff val="19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" tIns="17145" rIns="17145" bIns="17145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/>
            <a:t>Управление информацией</a:t>
          </a:r>
          <a:endParaRPr lang="ru-RU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/>
            <a:t>Академическая информация</a:t>
          </a:r>
          <a:endParaRPr lang="ru-RU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/>
            <a:t>Научная информация</a:t>
          </a:r>
          <a:endParaRPr lang="ru-RU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900" kern="1200" dirty="0" smtClean="0"/>
            <a:t>Финансовая информация</a:t>
          </a:r>
          <a:endParaRPr lang="ru-RU" sz="900" kern="1200" dirty="0"/>
        </a:p>
      </dsp:txBody>
      <dsp:txXfrm>
        <a:off x="4530828" y="721994"/>
        <a:ext cx="1549695" cy="982758"/>
      </dsp:txXfrm>
    </dsp:sp>
    <dsp:sp modelId="{CAA2D596-4DF3-42C3-82E9-6FB1B6DD27D9}">
      <dsp:nvSpPr>
        <dsp:cNvPr id="0" name=""/>
        <dsp:cNvSpPr/>
      </dsp:nvSpPr>
      <dsp:spPr>
        <a:xfrm>
          <a:off x="4858219" y="1735328"/>
          <a:ext cx="1431862" cy="569404"/>
        </a:xfrm>
        <a:prstGeom prst="roundRect">
          <a:avLst>
            <a:gd name="adj" fmla="val 10000"/>
          </a:avLst>
        </a:prstGeom>
        <a:solidFill>
          <a:schemeClr val="accent4">
            <a:hueOff val="-3650173"/>
            <a:satOff val="12174"/>
            <a:lumOff val="1921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HEMIS </a:t>
          </a:r>
          <a:r>
            <a:rPr lang="ru-RU" sz="1400" kern="1200" dirty="0" smtClean="0"/>
            <a:t>Министерство</a:t>
          </a:r>
          <a:endParaRPr lang="ru-RU" sz="1400" kern="1200" dirty="0"/>
        </a:p>
      </dsp:txBody>
      <dsp:txXfrm>
        <a:off x="4874896" y="1752005"/>
        <a:ext cx="1398508" cy="536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FCD479-67CD-4B80-8297-E6E4B325C439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E39E38-5DF8-4112-87C2-D1E37979E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42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Расписания занятий здесь представлен расписания занятий на неделю и также отображается названия предметов, </a:t>
            </a:r>
            <a:r>
              <a:rPr lang="ru-RU" dirty="0" err="1" smtClean="0"/>
              <a:t>предподователей</a:t>
            </a:r>
            <a:r>
              <a:rPr lang="ru-RU" dirty="0" smtClean="0"/>
              <a:t> и время 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39E38-5DF8-4112-87C2-D1E37979ED6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307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График экзаменов  тут можно увидеть</a:t>
            </a:r>
            <a:r>
              <a:rPr lang="ru-RU" baseline="0" dirty="0" smtClean="0"/>
              <a:t> график всех предстоящих экзаменов которые отображаются по порядку и по семестру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39E38-5DF8-4112-87C2-D1E37979ED6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068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Тут у нас </a:t>
            </a:r>
            <a:r>
              <a:rPr lang="ru-RU" baseline="0" dirty="0" smtClean="0"/>
              <a:t>прикрепленные предметы</a:t>
            </a:r>
            <a:r>
              <a:rPr lang="en-US" baseline="0" dirty="0" smtClean="0"/>
              <a:t> </a:t>
            </a:r>
            <a:r>
              <a:rPr lang="ru-RU" baseline="0" dirty="0" smtClean="0"/>
              <a:t>к студенту здесь у нас названия часы и кредиты отображаются, у каждого предмета есть свои ресурсы и задания а рядом отображается число ресурсов и задач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39E38-5DF8-4112-87C2-D1E37979ED6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2935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А</a:t>
            </a:r>
            <a:r>
              <a:rPr lang="ru-RU" baseline="0" dirty="0" smtClean="0"/>
              <a:t> здесь у нас посещаемость тут тоже всё отображается по семестру и вся информация </a:t>
            </a:r>
            <a:r>
              <a:rPr lang="ru-RU" baseline="0" dirty="0" smtClean="0"/>
              <a:t>и здесь есть столб который </a:t>
            </a:r>
            <a:r>
              <a:rPr lang="ru-RU" baseline="0" smtClean="0"/>
              <a:t>отображает статус () </a:t>
            </a:r>
            <a:r>
              <a:rPr lang="ru-RU" baseline="0" dirty="0" smtClean="0"/>
              <a:t>не явился на пары без причини или он принес справку </a:t>
            </a:r>
            <a:r>
              <a:rPr lang="ru-RU" baseline="0" smtClean="0"/>
              <a:t>или какой-то </a:t>
            </a:r>
            <a:r>
              <a:rPr lang="ru-RU" baseline="0" dirty="0" smtClean="0"/>
              <a:t>документ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39E38-5DF8-4112-87C2-D1E37979ED6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593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842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81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71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606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28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91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961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4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2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01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8906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10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8012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84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540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04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4DE81A2-3241-4DC6-9179-D481F0179793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9C3DB65-7D43-47BB-A786-9661DAA0F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026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699542"/>
            <a:ext cx="8064896" cy="165618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b="1" dirty="0"/>
              <a:t>HEMIS</a:t>
            </a:r>
            <a:r>
              <a:rPr lang="en-US" b="1" dirty="0"/>
              <a:t/>
            </a:r>
            <a:br>
              <a:rPr lang="en-US" b="1" dirty="0"/>
            </a:br>
            <a:r>
              <a:rPr lang="ru-RU" sz="2700" b="1" dirty="0"/>
              <a:t>ИНФОРМАЦИОННАЯ СИСТЕМА УПРАВЛЕНИЯ ПРОЦЕССАМИ ВЫСШЕГО ОБРАЗОВАНИЯ</a:t>
            </a:r>
            <a:r>
              <a:rPr lang="uz-Cyrl-UZ" sz="2700" b="1" dirty="0"/>
              <a:t/>
            </a:r>
            <a:br>
              <a:rPr lang="uz-Cyrl-UZ" sz="2700" b="1" dirty="0"/>
            </a:br>
            <a:r>
              <a:rPr lang="uz-Cyrl-UZ" sz="2700" b="1" dirty="0"/>
              <a:t>(</a:t>
            </a:r>
            <a:r>
              <a:rPr lang="en-US" sz="31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HEMIS </a:t>
            </a:r>
            <a:r>
              <a:rPr lang="ru-RU" sz="31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СТУДЕНТ</a:t>
            </a:r>
            <a:r>
              <a:rPr lang="uz-Cyrl-UZ" sz="2700" b="1" dirty="0" smtClean="0"/>
              <a:t>)</a:t>
            </a:r>
            <a:endParaRPr lang="ru-RU" sz="27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47664" y="3723878"/>
            <a:ext cx="6400800" cy="1081286"/>
          </a:xfrm>
        </p:spPr>
        <p:txBody>
          <a:bodyPr>
            <a:noAutofit/>
          </a:bodyPr>
          <a:lstStyle/>
          <a:p>
            <a:pPr algn="ctr"/>
            <a:r>
              <a:rPr lang="ru-RU" sz="1800" dirty="0"/>
              <a:t>ТАШКЕНТСКИЙ ГОСУДАРСТВЕННЫЙ ЭКОНОМИЧЕСКИЙ УНИВЕРСИТЕТ - 2024</a:t>
            </a:r>
          </a:p>
        </p:txBody>
      </p:sp>
    </p:spTree>
    <p:extLst>
      <p:ext uri="{BB962C8B-B14F-4D97-AF65-F5344CB8AC3E}">
        <p14:creationId xmlns:p14="http://schemas.microsoft.com/office/powerpoint/2010/main" val="3177222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0538"/>
            <a:ext cx="8229600" cy="857250"/>
          </a:xfrm>
        </p:spPr>
        <p:txBody>
          <a:bodyPr>
            <a:noAutofit/>
          </a:bodyPr>
          <a:lstStyle/>
          <a:p>
            <a:r>
              <a:rPr lang="ru-RU" sz="2400" b="1" dirty="0"/>
              <a:t>Структура информационной системы </a:t>
            </a:r>
            <a:r>
              <a:rPr lang="en-US" sz="2400" b="1" dirty="0" err="1"/>
              <a:t>Hemis</a:t>
            </a:r>
            <a:endParaRPr lang="ru-RU" sz="2400" b="1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328326"/>
              </p:ext>
            </p:extLst>
          </p:nvPr>
        </p:nvGraphicFramePr>
        <p:xfrm>
          <a:off x="1371600" y="1347614"/>
          <a:ext cx="6400800" cy="271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251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9592" y="411510"/>
            <a:ext cx="8064896" cy="1021556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Учебные данные студентов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1007604" y="2427734"/>
            <a:ext cx="7848872" cy="1125140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Выполняется в профиле </a:t>
            </a:r>
            <a:r>
              <a:rPr lang="ru-RU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студента</a:t>
            </a:r>
            <a:endPara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sz="28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talaba.tsue.uz</a:t>
            </a:r>
            <a:endParaRPr lang="ru-RU" sz="28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0048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r>
              <a:rPr lang="en-US" sz="2800" b="1" dirty="0"/>
              <a:t>1. </a:t>
            </a:r>
            <a:r>
              <a:rPr lang="ru-RU" sz="2800" b="1" dirty="0"/>
              <a:t>Функционалы студенческого кабинета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8137" y="4371950"/>
            <a:ext cx="8831818" cy="576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/>
              <a:t>Отдельный студент войдет в систему с логином и паролем. При этом идентификационный код студента будет логином, а серийный номер паспорта-паролем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7B4D9C-5A42-7E78-5211-3AD3B79A9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836712"/>
            <a:ext cx="6984776" cy="339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514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44299B-E804-00AC-F3A0-AC5BB46A1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709" y="123478"/>
            <a:ext cx="6400800" cy="936104"/>
          </a:xfrm>
        </p:spPr>
        <p:txBody>
          <a:bodyPr/>
          <a:lstStyle/>
          <a:p>
            <a:r>
              <a:rPr lang="en-US" sz="2400" b="1" dirty="0"/>
              <a:t>1.1 </a:t>
            </a:r>
            <a:r>
              <a:rPr lang="ru-RU" sz="2000" b="1" dirty="0"/>
              <a:t>Функционалы студенческого кабинета</a:t>
            </a:r>
            <a:endParaRPr lang="ru-RU" sz="2400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BEA14B4-7A6D-3B86-B1E4-B9B113C39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44" y="843558"/>
            <a:ext cx="6984776" cy="3467011"/>
          </a:xfrm>
        </p:spPr>
      </p:pic>
      <p:sp>
        <p:nvSpPr>
          <p:cNvPr id="3" name="Прямоугольник 2"/>
          <p:cNvSpPr/>
          <p:nvPr/>
        </p:nvSpPr>
        <p:spPr>
          <a:xfrm>
            <a:off x="371709" y="4515965"/>
            <a:ext cx="8376755" cy="5146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Главная страница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30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r>
              <a:rPr lang="uz-Cyrl-UZ" sz="2800" b="1" dirty="0"/>
              <a:t>2. </a:t>
            </a:r>
            <a:r>
              <a:rPr lang="ru-RU" sz="2400" b="1" dirty="0"/>
              <a:t>Учебная программа и предметы для студентов</a:t>
            </a:r>
            <a:endParaRPr lang="uz-Cyrl-UZ" sz="2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Талабалар ушбу бўлимда таҳсил олаётган ўқув режасидаги фанлар билан танишиб бориши мумкин</a:t>
            </a:r>
            <a:endParaRPr lang="ru-RU" sz="1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47" y="761851"/>
            <a:ext cx="8425618" cy="312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77447" y="4227934"/>
            <a:ext cx="8425618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Учебный план: </a:t>
            </a:r>
            <a:r>
              <a:rPr lang="ru-RU" sz="1200" dirty="0" smtClean="0"/>
              <a:t>Здесь представлен планы на семестр отображается предметы нагрузки и кредиты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1011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r>
              <a:rPr lang="uz-Cyrl-UZ" sz="2800" b="1" dirty="0"/>
              <a:t>3. </a:t>
            </a:r>
            <a:r>
              <a:rPr lang="ru-RU" sz="2800" b="1" dirty="0"/>
              <a:t>Расписание занятий студента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Ушбу саҳифада семестрлар бўйича дарс жадвали билан танишиш мумкин</a:t>
            </a:r>
            <a:endParaRPr lang="ru-RU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059582"/>
            <a:ext cx="8509861" cy="353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0146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pPr algn="l"/>
            <a:r>
              <a:rPr lang="uz-Cyrl-UZ" sz="2800" b="1" dirty="0"/>
              <a:t>4. </a:t>
            </a:r>
            <a:r>
              <a:rPr lang="en-US" sz="2800" b="1" dirty="0" err="1"/>
              <a:t>Talaba</a:t>
            </a:r>
            <a:r>
              <a:rPr lang="en-US" sz="2800" b="1" dirty="0"/>
              <a:t> </a:t>
            </a:r>
            <a:r>
              <a:rPr lang="en-US" sz="2800" b="1" dirty="0" err="1"/>
              <a:t>nazoratlar</a:t>
            </a:r>
            <a:r>
              <a:rPr lang="en-US" sz="2800" b="1" dirty="0"/>
              <a:t> </a:t>
            </a:r>
            <a:r>
              <a:rPr lang="en-US" sz="2800" b="1" dirty="0" err="1"/>
              <a:t>jadvali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Ушбу саҳифада талабалар семестрлар бўйича назорат ва имтиҳонлар жадваллари билан танишиши мумкин</a:t>
            </a:r>
            <a:endParaRPr lang="ru-RU" sz="1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48822"/>
            <a:ext cx="8676456" cy="3584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968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r>
              <a:rPr lang="uz-Cyrl-UZ" sz="2800" b="1" dirty="0"/>
              <a:t>5. </a:t>
            </a:r>
            <a:r>
              <a:rPr lang="ru-RU" sz="2800" b="1" dirty="0"/>
              <a:t>Предметные ресурсы и задания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Ушбу саҳифада талабалар семестрлар бўйича фанлар ва машғулотларнинг ўқув ресурслари ва топшириқларидан фойдаланиши мумкин</a:t>
            </a:r>
            <a:endParaRPr lang="ru-RU" sz="1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32" y="1317674"/>
            <a:ext cx="8604448" cy="3486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3514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820472" cy="857250"/>
          </a:xfrm>
        </p:spPr>
        <p:txBody>
          <a:bodyPr>
            <a:noAutofit/>
          </a:bodyPr>
          <a:lstStyle/>
          <a:p>
            <a:r>
              <a:rPr lang="uz-Cyrl-UZ" sz="2800" b="1" dirty="0"/>
              <a:t>6. </a:t>
            </a:r>
            <a:r>
              <a:rPr lang="ru-RU" sz="2800" b="1" dirty="0"/>
              <a:t>Посещение </a:t>
            </a:r>
            <a:r>
              <a:rPr lang="ru-RU" sz="2800" b="1" dirty="0" smtClean="0"/>
              <a:t>занятий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Ушбу саҳифада талабалар семестрлар бўйича машғулотлардан қолдирилган дарс соатлари билан танишиши мумкин</a:t>
            </a:r>
            <a:endParaRPr lang="ru-RU" sz="1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39" y="1323454"/>
            <a:ext cx="8507533" cy="319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2423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pPr algn="l"/>
            <a:r>
              <a:rPr lang="uz-Cyrl-UZ" sz="2800" b="1" dirty="0"/>
              <a:t>7. </a:t>
            </a:r>
            <a:r>
              <a:rPr lang="en-US" sz="2800" b="1" dirty="0" err="1"/>
              <a:t>Fanlardan</a:t>
            </a:r>
            <a:r>
              <a:rPr lang="en-US" sz="2800" b="1" dirty="0"/>
              <a:t> </a:t>
            </a:r>
            <a:r>
              <a:rPr lang="en-US" sz="2800" b="1" dirty="0" err="1"/>
              <a:t>o’zlashtirish</a:t>
            </a:r>
            <a:r>
              <a:rPr lang="en-US" sz="2800" b="1" dirty="0"/>
              <a:t> </a:t>
            </a:r>
            <a:r>
              <a:rPr lang="en-US" sz="2800" b="1" dirty="0" err="1"/>
              <a:t>natijalari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Ушбу саҳифада талабалар семестрлар бўйича машғулотлардан қолдирилган дарс соатлари билан танишиши мумкин</a:t>
            </a:r>
            <a:endParaRPr lang="ru-RU" sz="1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16" y="1203598"/>
            <a:ext cx="8892480" cy="3679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2828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pPr algn="l"/>
            <a:r>
              <a:rPr lang="uz-Cyrl-UZ" sz="2800" b="1" dirty="0"/>
              <a:t>8. </a:t>
            </a:r>
            <a:r>
              <a:rPr lang="en-US" sz="2800" b="1" dirty="0" err="1"/>
              <a:t>Fanlardan</a:t>
            </a:r>
            <a:r>
              <a:rPr lang="en-US" sz="2800" b="1" dirty="0"/>
              <a:t> </a:t>
            </a:r>
            <a:r>
              <a:rPr lang="en-US" sz="2800" b="1" dirty="0" err="1"/>
              <a:t>imtihonlar</a:t>
            </a:r>
            <a:r>
              <a:rPr lang="en-US" sz="2800" b="1" dirty="0"/>
              <a:t> </a:t>
            </a:r>
            <a:r>
              <a:rPr lang="en-US" sz="2800" b="1" dirty="0" err="1"/>
              <a:t>ro’yhati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Ушбу саҳифада талабалар семестрлардаги фанлардан имтиҳонларни топшириш ва натижаларни билиш мумкин</a:t>
            </a:r>
            <a:endParaRPr lang="ru-RU" sz="1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24" y="1365746"/>
            <a:ext cx="8676456" cy="3294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6062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3329"/>
            <a:ext cx="6400800" cy="720080"/>
          </a:xfrm>
        </p:spPr>
        <p:txBody>
          <a:bodyPr/>
          <a:lstStyle/>
          <a:p>
            <a:r>
              <a:rPr lang="uz-Cyrl-UZ" b="1" dirty="0"/>
              <a:t>9</a:t>
            </a:r>
            <a:r>
              <a:rPr lang="en-US" b="1" dirty="0"/>
              <a:t>. </a:t>
            </a:r>
            <a:r>
              <a:rPr lang="en-US" b="1" dirty="0" err="1"/>
              <a:t>Reyting</a:t>
            </a:r>
            <a:r>
              <a:rPr lang="en-US" b="1" dirty="0"/>
              <a:t> </a:t>
            </a:r>
            <a:r>
              <a:rPr lang="en-US" b="1" dirty="0" err="1"/>
              <a:t>daftarcha</a:t>
            </a:r>
            <a:r>
              <a:rPr lang="uz-Cyrl-UZ" b="1" dirty="0"/>
              <a:t>!</a:t>
            </a:r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b="30578"/>
          <a:stretch/>
        </p:blipFill>
        <p:spPr>
          <a:xfrm>
            <a:off x="539552" y="843558"/>
            <a:ext cx="7704856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47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267494"/>
            <a:ext cx="6400800" cy="1130300"/>
          </a:xfrm>
        </p:spPr>
        <p:txBody>
          <a:bodyPr/>
          <a:lstStyle/>
          <a:p>
            <a:r>
              <a:rPr lang="uz-Cyrl-UZ" b="1" dirty="0"/>
              <a:t>10</a:t>
            </a:r>
            <a:r>
              <a:rPr lang="en-US" b="1" dirty="0"/>
              <a:t>. Fan </a:t>
            </a:r>
            <a:r>
              <a:rPr lang="en-US" b="1" dirty="0" err="1"/>
              <a:t>tanlov</a:t>
            </a:r>
            <a:r>
              <a:rPr lang="uz-Cyrl-UZ" b="1" dirty="0"/>
              <a:t>!</a:t>
            </a:r>
            <a:r>
              <a:rPr lang="en-US" b="1" dirty="0"/>
              <a:t> </a:t>
            </a:r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b="20381"/>
          <a:stretch/>
        </p:blipFill>
        <p:spPr>
          <a:xfrm>
            <a:off x="899592" y="1393281"/>
            <a:ext cx="7269450" cy="311817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71600" y="3291830"/>
            <a:ext cx="432048" cy="144016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542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7494"/>
            <a:ext cx="6400800" cy="1130300"/>
          </a:xfrm>
        </p:spPr>
        <p:txBody>
          <a:bodyPr>
            <a:normAutofit/>
          </a:bodyPr>
          <a:lstStyle/>
          <a:p>
            <a:r>
              <a:rPr lang="en-US" sz="2000" b="1" dirty="0"/>
              <a:t>11. </a:t>
            </a:r>
            <a:r>
              <a:rPr lang="en-US" sz="2000" b="1" dirty="0" err="1"/>
              <a:t>Tanlov</a:t>
            </a:r>
            <a:r>
              <a:rPr lang="en-US" sz="2000" b="1" dirty="0"/>
              <a:t> </a:t>
            </a:r>
            <a:r>
              <a:rPr lang="en-US" sz="2000" b="1" dirty="0" err="1"/>
              <a:t>fanlarni</a:t>
            </a:r>
            <a:r>
              <a:rPr lang="en-US" sz="2000" b="1" dirty="0"/>
              <a:t> </a:t>
            </a:r>
            <a:r>
              <a:rPr lang="en-US" sz="2000" b="1" dirty="0" err="1"/>
              <a:t>e’lon</a:t>
            </a:r>
            <a:r>
              <a:rPr lang="en-US" sz="2000" b="1" dirty="0"/>
              <a:t> </a:t>
            </a:r>
            <a:r>
              <a:rPr lang="en-US" sz="2000" b="1" dirty="0" err="1"/>
              <a:t>qilingandan</a:t>
            </a:r>
            <a:r>
              <a:rPr lang="en-US" sz="2000" b="1" dirty="0"/>
              <a:t> </a:t>
            </a:r>
            <a:r>
              <a:rPr lang="en-US" sz="2000" b="1" dirty="0" err="1"/>
              <a:t>so’ng</a:t>
            </a:r>
            <a:r>
              <a:rPr lang="en-US" sz="2000" b="1" dirty="0"/>
              <a:t> </a:t>
            </a:r>
            <a:r>
              <a:rPr lang="en-US" sz="2000" b="1" dirty="0" err="1"/>
              <a:t>e’tibor</a:t>
            </a:r>
            <a:r>
              <a:rPr lang="en-US" sz="2000" b="1" dirty="0"/>
              <a:t> </a:t>
            </a:r>
            <a:r>
              <a:rPr lang="en-US" sz="2000" b="1" dirty="0" err="1"/>
              <a:t>bilan</a:t>
            </a:r>
            <a:r>
              <a:rPr lang="en-US" sz="2000" b="1" dirty="0"/>
              <a:t> </a:t>
            </a:r>
            <a:r>
              <a:rPr lang="en-US" sz="2000" b="1" dirty="0" err="1"/>
              <a:t>belgilang</a:t>
            </a:r>
            <a:r>
              <a:rPr lang="en-US" sz="2000" b="1" dirty="0"/>
              <a:t>!!!</a:t>
            </a:r>
            <a:endParaRPr lang="ru-RU" sz="2000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397794"/>
            <a:ext cx="8161254" cy="306047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436096" y="2067694"/>
            <a:ext cx="1008112" cy="1368152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1331640" y="2067694"/>
            <a:ext cx="1008112" cy="1368152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164288" y="2069756"/>
            <a:ext cx="1152128" cy="136609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180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195486"/>
            <a:ext cx="6400800" cy="1130300"/>
          </a:xfrm>
        </p:spPr>
        <p:txBody>
          <a:bodyPr/>
          <a:lstStyle/>
          <a:p>
            <a:r>
              <a:rPr lang="en-US" b="1" dirty="0"/>
              <a:t>12. </a:t>
            </a:r>
            <a:r>
              <a:rPr lang="en-US" b="1" dirty="0" err="1"/>
              <a:t>Tanlash</a:t>
            </a:r>
            <a:r>
              <a:rPr lang="en-US" b="1" dirty="0"/>
              <a:t> </a:t>
            </a:r>
            <a:r>
              <a:rPr lang="en-US" b="1" dirty="0" err="1"/>
              <a:t>jarayoni</a:t>
            </a:r>
            <a:endParaRPr lang="ru-RU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27113" r="27408" b="41648"/>
          <a:stretch/>
        </p:blipFill>
        <p:spPr>
          <a:xfrm>
            <a:off x="395536" y="1203598"/>
            <a:ext cx="3744416" cy="194421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27856" r="29289" b="42172"/>
          <a:stretch/>
        </p:blipFill>
        <p:spPr>
          <a:xfrm>
            <a:off x="2843808" y="1923678"/>
            <a:ext cx="2880320" cy="151216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/>
          <a:srcRect l="26500" r="25800" b="38204"/>
          <a:stretch/>
        </p:blipFill>
        <p:spPr>
          <a:xfrm>
            <a:off x="5148064" y="3003798"/>
            <a:ext cx="3240360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65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4266" y="27197"/>
            <a:ext cx="6400800" cy="914276"/>
          </a:xfrm>
        </p:spPr>
        <p:txBody>
          <a:bodyPr/>
          <a:lstStyle/>
          <a:p>
            <a:r>
              <a:rPr lang="en-US" b="1" dirty="0"/>
              <a:t>13. </a:t>
            </a:r>
            <a:r>
              <a:rPr lang="en-US" b="1" dirty="0" err="1"/>
              <a:t>Tanlov</a:t>
            </a:r>
            <a:r>
              <a:rPr lang="en-US" b="1" dirty="0"/>
              <a:t> </a:t>
            </a:r>
            <a:r>
              <a:rPr lang="en-US" b="1" dirty="0" err="1"/>
              <a:t>fanlarni</a:t>
            </a:r>
            <a:r>
              <a:rPr lang="en-US" b="1" dirty="0"/>
              <a:t> </a:t>
            </a:r>
            <a:r>
              <a:rPr lang="en-US" b="1" dirty="0" err="1"/>
              <a:t>ko’rish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203598"/>
            <a:ext cx="7546390" cy="370834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308304" y="1923678"/>
            <a:ext cx="1008112" cy="1368152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4427984" y="3291830"/>
            <a:ext cx="2520280" cy="1224136"/>
          </a:xfrm>
          <a:prstGeom prst="straightConnector1">
            <a:avLst/>
          </a:prstGeom>
          <a:ln w="38100">
            <a:solidFill>
              <a:srgbClr val="C00000">
                <a:alpha val="6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05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195486"/>
            <a:ext cx="6400800" cy="1130300"/>
          </a:xfrm>
        </p:spPr>
        <p:txBody>
          <a:bodyPr/>
          <a:lstStyle/>
          <a:p>
            <a:r>
              <a:rPr lang="en-US" b="1" dirty="0"/>
              <a:t>14. </a:t>
            </a:r>
            <a:r>
              <a:rPr lang="en-US" b="1" dirty="0" err="1"/>
              <a:t>Tanlov</a:t>
            </a:r>
            <a:r>
              <a:rPr lang="en-US" b="1" dirty="0"/>
              <a:t> </a:t>
            </a:r>
            <a:r>
              <a:rPr lang="en-US" b="1" dirty="0" err="1"/>
              <a:t>fanlarining</a:t>
            </a:r>
            <a:r>
              <a:rPr lang="en-US" b="1" dirty="0"/>
              <a:t> </a:t>
            </a:r>
            <a:r>
              <a:rPr lang="en-US" b="1" dirty="0" err="1"/>
              <a:t>guruhlari</a:t>
            </a:r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29495" r="27184" b="37440"/>
          <a:stretch/>
        </p:blipFill>
        <p:spPr>
          <a:xfrm>
            <a:off x="683568" y="1707654"/>
            <a:ext cx="3600400" cy="216024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6507" r="4921" b="10571"/>
          <a:stretch/>
        </p:blipFill>
        <p:spPr>
          <a:xfrm>
            <a:off x="4788024" y="1707654"/>
            <a:ext cx="3816424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57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7494"/>
            <a:ext cx="6840760" cy="1130300"/>
          </a:xfrm>
        </p:spPr>
        <p:txBody>
          <a:bodyPr/>
          <a:lstStyle/>
          <a:p>
            <a:r>
              <a:rPr lang="en-US" b="1" dirty="0"/>
              <a:t>15. </a:t>
            </a:r>
            <a:r>
              <a:rPr lang="en-US" b="1" dirty="0" err="1"/>
              <a:t>Tanlov</a:t>
            </a:r>
            <a:r>
              <a:rPr lang="en-US" b="1" dirty="0"/>
              <a:t> </a:t>
            </a:r>
            <a:r>
              <a:rPr lang="en-US" b="1" dirty="0" err="1"/>
              <a:t>fanlarining</a:t>
            </a:r>
            <a:r>
              <a:rPr lang="en-US" b="1" dirty="0"/>
              <a:t> </a:t>
            </a:r>
            <a:r>
              <a:rPr lang="en-US" b="1" dirty="0" err="1"/>
              <a:t>guruhlari</a:t>
            </a:r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347614"/>
            <a:ext cx="6655475" cy="330372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948264" y="2211710"/>
            <a:ext cx="864096" cy="1317972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876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195486"/>
            <a:ext cx="6400800" cy="1130300"/>
          </a:xfrm>
        </p:spPr>
        <p:txBody>
          <a:bodyPr/>
          <a:lstStyle/>
          <a:p>
            <a:r>
              <a:rPr lang="en-US" b="1" dirty="0"/>
              <a:t>16. </a:t>
            </a:r>
            <a:r>
              <a:rPr lang="en-US" b="1" dirty="0" err="1"/>
              <a:t>Qayta</a:t>
            </a:r>
            <a:r>
              <a:rPr lang="en-US" b="1" dirty="0"/>
              <a:t> </a:t>
            </a:r>
            <a:r>
              <a:rPr lang="en-US" b="1" dirty="0" err="1"/>
              <a:t>o’qish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592" y="1491630"/>
            <a:ext cx="6400800" cy="240242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rot="16200000">
            <a:off x="5896236" y="1671650"/>
            <a:ext cx="1008112" cy="1368152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 rot="16200000">
            <a:off x="1907704" y="1563638"/>
            <a:ext cx="288032" cy="72008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 flipH="1" flipV="1">
            <a:off x="2411760" y="2139702"/>
            <a:ext cx="1296144" cy="9361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133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51470"/>
            <a:ext cx="6912768" cy="1130300"/>
          </a:xfrm>
        </p:spPr>
        <p:txBody>
          <a:bodyPr/>
          <a:lstStyle/>
          <a:p>
            <a:r>
              <a:rPr lang="en-US" b="1" dirty="0"/>
              <a:t>17. </a:t>
            </a:r>
            <a:r>
              <a:rPr lang="en-US" b="1" dirty="0" err="1"/>
              <a:t>Qayta</a:t>
            </a:r>
            <a:r>
              <a:rPr lang="en-US" b="1" dirty="0"/>
              <a:t> </a:t>
            </a:r>
            <a:r>
              <a:rPr lang="en-US" b="1" dirty="0" err="1"/>
              <a:t>o’qishga</a:t>
            </a:r>
            <a:r>
              <a:rPr lang="en-US" b="1" dirty="0"/>
              <a:t> </a:t>
            </a:r>
            <a:r>
              <a:rPr lang="en-US" b="1" dirty="0" err="1"/>
              <a:t>ariza</a:t>
            </a:r>
            <a:r>
              <a:rPr lang="en-US" b="1" dirty="0"/>
              <a:t> </a:t>
            </a:r>
            <a:r>
              <a:rPr lang="en-US" b="1" dirty="0" err="1"/>
              <a:t>yuborish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5776" y="1347614"/>
            <a:ext cx="4217811" cy="271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31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18</a:t>
            </a:r>
            <a:r>
              <a:rPr lang="uz-Cyrl-UZ" sz="2800" b="1" dirty="0"/>
              <a:t>. </a:t>
            </a:r>
            <a:r>
              <a:rPr lang="en-US" sz="2800" b="1" dirty="0" err="1"/>
              <a:t>Talabalarga</a:t>
            </a:r>
            <a:r>
              <a:rPr lang="en-US" sz="2800" b="1" dirty="0"/>
              <a:t> </a:t>
            </a:r>
            <a:r>
              <a:rPr lang="en-US" sz="2800" b="1" dirty="0" err="1"/>
              <a:t>nisbatan</a:t>
            </a:r>
            <a:r>
              <a:rPr lang="en-US" sz="2800" b="1" dirty="0"/>
              <a:t> </a:t>
            </a:r>
            <a:r>
              <a:rPr lang="en-US" sz="2800" b="1" dirty="0" err="1"/>
              <a:t>chiqarilgan</a:t>
            </a:r>
            <a:r>
              <a:rPr lang="en-US" sz="2800" b="1" dirty="0"/>
              <a:t> </a:t>
            </a:r>
            <a:r>
              <a:rPr lang="en-US" sz="2800" b="1" dirty="0" err="1"/>
              <a:t>buyuruqlar</a:t>
            </a:r>
            <a:r>
              <a:rPr lang="uz-Cyrl-UZ" sz="2800" b="1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Ушбу саҳифада талабалар ўзларига нисбатан чиқарилган буйруқлар билан танишиши мумкин</a:t>
            </a:r>
            <a:endParaRPr lang="ru-RU" sz="1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73088"/>
            <a:ext cx="8820472" cy="3558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7956376" y="2283718"/>
            <a:ext cx="864096" cy="1224136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549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pPr algn="l"/>
            <a:r>
              <a:rPr lang="uz-Cyrl-UZ" sz="2800" b="1" dirty="0"/>
              <a:t>1</a:t>
            </a:r>
            <a:r>
              <a:rPr lang="en-US" sz="2800" b="1" dirty="0"/>
              <a:t>9</a:t>
            </a:r>
            <a:r>
              <a:rPr lang="uz-Cyrl-UZ" sz="2800" b="1" dirty="0"/>
              <a:t>. </a:t>
            </a:r>
            <a:r>
              <a:rPr lang="en-US" sz="2800" b="1" dirty="0" err="1"/>
              <a:t>Talabalarga</a:t>
            </a:r>
            <a:r>
              <a:rPr lang="en-US" sz="2800" b="1" dirty="0"/>
              <a:t> </a:t>
            </a:r>
            <a:r>
              <a:rPr lang="en-US" sz="2800" b="1" dirty="0" err="1"/>
              <a:t>berilagan</a:t>
            </a:r>
            <a:r>
              <a:rPr lang="en-US" sz="2800" b="1" dirty="0"/>
              <a:t> </a:t>
            </a:r>
            <a:r>
              <a:rPr lang="en-US" sz="2800" b="1" dirty="0" err="1"/>
              <a:t>shartnomalar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Ушбу саҳифада шартнома асосида ўқийдиган талабалар тўлов шартномаларини олиш ёки буюртма қилиши мумкин</a:t>
            </a:r>
            <a:endParaRPr lang="ru-RU" sz="1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03598"/>
            <a:ext cx="8676456" cy="34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8028384" y="2333982"/>
            <a:ext cx="651757" cy="853430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925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0"/>
            <a:ext cx="6400800" cy="1130300"/>
          </a:xfrm>
        </p:spPr>
        <p:txBody>
          <a:bodyPr/>
          <a:lstStyle/>
          <a:p>
            <a:r>
              <a:rPr lang="en-US" b="1" dirty="0"/>
              <a:t>20. </a:t>
            </a:r>
            <a:r>
              <a:rPr lang="en-US" b="1" dirty="0" err="1"/>
              <a:t>ma’lumotnoma</a:t>
            </a:r>
            <a:r>
              <a:rPr lang="en-US" b="1" dirty="0"/>
              <a:t> </a:t>
            </a:r>
            <a:r>
              <a:rPr lang="en-US" b="1" dirty="0" err="1"/>
              <a:t>olish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5311" y="1419622"/>
            <a:ext cx="6192688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98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51470"/>
            <a:ext cx="6768752" cy="1130300"/>
          </a:xfrm>
        </p:spPr>
        <p:txBody>
          <a:bodyPr/>
          <a:lstStyle/>
          <a:p>
            <a:r>
              <a:rPr lang="en-US" b="1" dirty="0"/>
              <a:t>21. </a:t>
            </a:r>
            <a:r>
              <a:rPr lang="en-US" b="1" dirty="0" err="1"/>
              <a:t>ma’lumotnoma</a:t>
            </a:r>
            <a:r>
              <a:rPr lang="en-US" b="1" dirty="0"/>
              <a:t> </a:t>
            </a:r>
            <a:r>
              <a:rPr lang="en-US" b="1" dirty="0" err="1"/>
              <a:t>olish</a:t>
            </a:r>
            <a:r>
              <a:rPr lang="en-US" b="1" dirty="0"/>
              <a:t> </a:t>
            </a:r>
            <a:r>
              <a:rPr lang="en-US" b="1" dirty="0" err="1"/>
              <a:t>tartibi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1059582"/>
            <a:ext cx="4353408" cy="172819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2895786"/>
            <a:ext cx="6343562" cy="18002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740352" y="3291830"/>
            <a:ext cx="576064" cy="648072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631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22</a:t>
            </a:r>
            <a:r>
              <a:rPr lang="uz-Cyrl-UZ" sz="2800" b="1" dirty="0"/>
              <a:t>. </a:t>
            </a:r>
            <a:r>
              <a:rPr lang="en-US" sz="2800" b="1" dirty="0" err="1"/>
              <a:t>Talabalarga</a:t>
            </a:r>
            <a:r>
              <a:rPr lang="en-US" sz="2800" b="1" dirty="0"/>
              <a:t> </a:t>
            </a:r>
            <a:r>
              <a:rPr lang="en-US" sz="2800" b="1" dirty="0" err="1"/>
              <a:t>beriladigan</a:t>
            </a:r>
            <a:r>
              <a:rPr lang="en-US" sz="2800" b="1" dirty="0"/>
              <a:t> </a:t>
            </a:r>
            <a:r>
              <a:rPr lang="en-US" sz="2800" b="1" dirty="0" err="1"/>
              <a:t>hujjatlar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Ушбу саҳифада талабалар ўзларига берилган ҳужжатларнинг электрон вариантлари билан танишиши ёки кўчириб олиш мумкин</a:t>
            </a:r>
            <a:endParaRPr lang="ru-RU" sz="1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32" y="1347614"/>
            <a:ext cx="8604448" cy="3371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24" y="1299198"/>
            <a:ext cx="8759810" cy="346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39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7319"/>
            <a:ext cx="6400800" cy="842268"/>
          </a:xfrm>
        </p:spPr>
        <p:txBody>
          <a:bodyPr/>
          <a:lstStyle/>
          <a:p>
            <a:r>
              <a:rPr lang="en-US" b="1" dirty="0"/>
              <a:t>23. </a:t>
            </a:r>
            <a:r>
              <a:rPr lang="en-US" b="1" dirty="0" err="1"/>
              <a:t>Bitiruv</a:t>
            </a:r>
            <a:r>
              <a:rPr lang="en-US" b="1" dirty="0"/>
              <a:t> </a:t>
            </a:r>
            <a:r>
              <a:rPr lang="en-US" b="1" dirty="0" err="1"/>
              <a:t>ishi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568" y="915566"/>
            <a:ext cx="7714101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675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435216-AB91-36F5-772C-9E3D37DE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763" y="123478"/>
            <a:ext cx="6400800" cy="1130300"/>
          </a:xfrm>
        </p:spPr>
        <p:txBody>
          <a:bodyPr/>
          <a:lstStyle/>
          <a:p>
            <a:r>
              <a:rPr lang="en-US" dirty="0"/>
              <a:t>24 </a:t>
            </a:r>
            <a:r>
              <a:rPr lang="en-US" dirty="0" err="1"/>
              <a:t>Moliyaviy</a:t>
            </a:r>
            <a:r>
              <a:rPr lang="en-US" dirty="0"/>
              <a:t> </a:t>
            </a:r>
            <a:r>
              <a:rPr lang="en-US" dirty="0" err="1"/>
              <a:t>to’lov</a:t>
            </a:r>
            <a:r>
              <a:rPr lang="en-US" dirty="0"/>
              <a:t> </a:t>
            </a:r>
            <a:r>
              <a:rPr lang="en-US" dirty="0" err="1"/>
              <a:t>bo’limi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D29D1E5-3EA0-63E8-6526-B6DB6B9C0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5" y="1275606"/>
            <a:ext cx="7876623" cy="3312368"/>
          </a:xfrm>
        </p:spPr>
      </p:pic>
    </p:spTree>
    <p:extLst>
      <p:ext uri="{BB962C8B-B14F-4D97-AF65-F5344CB8AC3E}">
        <p14:creationId xmlns:p14="http://schemas.microsoft.com/office/powerpoint/2010/main" val="3147199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25</a:t>
            </a:r>
            <a:r>
              <a:rPr lang="uz-Cyrl-UZ" sz="2800" b="1" dirty="0"/>
              <a:t>. </a:t>
            </a:r>
            <a:r>
              <a:rPr lang="en-US" sz="2800" b="1" dirty="0" err="1"/>
              <a:t>Xabarlar</a:t>
            </a:r>
            <a:r>
              <a:rPr lang="en-US" sz="2800" b="1" dirty="0"/>
              <a:t> </a:t>
            </a:r>
            <a:r>
              <a:rPr lang="en-US" sz="2800" b="1" dirty="0" err="1"/>
              <a:t>almashish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Ушбу саҳифада талабалар ўқитувчилар билан хабар алмашиши мумкин</a:t>
            </a:r>
            <a:endParaRPr lang="ru-RU" sz="1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15" y="915566"/>
            <a:ext cx="8748464" cy="368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5213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26</a:t>
            </a:r>
            <a:r>
              <a:rPr lang="uz-Cyrl-UZ" sz="2800" b="1" dirty="0"/>
              <a:t>. </a:t>
            </a:r>
            <a:r>
              <a:rPr lang="en-US" sz="2800" b="1" dirty="0" err="1"/>
              <a:t>Talaba</a:t>
            </a:r>
            <a:r>
              <a:rPr lang="en-US" sz="2800" b="1" dirty="0"/>
              <a:t> </a:t>
            </a:r>
            <a:r>
              <a:rPr lang="en-US" sz="2800" b="1" dirty="0" err="1"/>
              <a:t>profili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95486"/>
            <a:ext cx="7422285" cy="1516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err="1"/>
              <a:t>Ushbu</a:t>
            </a:r>
            <a:r>
              <a:rPr lang="en-US" sz="1400" dirty="0"/>
              <a:t> </a:t>
            </a:r>
            <a:r>
              <a:rPr lang="en-US" sz="1400" dirty="0" err="1"/>
              <a:t>sahifada</a:t>
            </a:r>
            <a:r>
              <a:rPr lang="en-US" sz="1400" dirty="0"/>
              <a:t> </a:t>
            </a:r>
            <a:r>
              <a:rPr lang="en-US" sz="1400" dirty="0" err="1"/>
              <a:t>talabala</a:t>
            </a:r>
            <a:r>
              <a:rPr lang="en-US" sz="1400" dirty="0"/>
              <a:t> </a:t>
            </a:r>
            <a:r>
              <a:rPr lang="en-US" sz="1400" dirty="0" err="1"/>
              <a:t>o’zining</a:t>
            </a:r>
            <a:r>
              <a:rPr lang="en-US" sz="1400" dirty="0"/>
              <a:t> </a:t>
            </a:r>
            <a:r>
              <a:rPr lang="en-US" sz="1400" dirty="0" err="1"/>
              <a:t>profilidagi</a:t>
            </a:r>
            <a:r>
              <a:rPr lang="en-US" sz="1400" dirty="0"/>
              <a:t> </a:t>
            </a:r>
            <a:r>
              <a:rPr lang="en-US" sz="1400" dirty="0" err="1"/>
              <a:t>parollarini</a:t>
            </a:r>
            <a:r>
              <a:rPr lang="en-US" sz="1400" dirty="0"/>
              <a:t> </a:t>
            </a:r>
            <a:r>
              <a:rPr lang="en-US" sz="1400" dirty="0" err="1"/>
              <a:t>o’zgartirishi</a:t>
            </a:r>
            <a:r>
              <a:rPr lang="en-US" sz="1400" dirty="0"/>
              <a:t> </a:t>
            </a:r>
            <a:r>
              <a:rPr lang="en-US" sz="1400" dirty="0" err="1"/>
              <a:t>mumkin</a:t>
            </a:r>
            <a:r>
              <a:rPr lang="en-US" sz="1400" dirty="0"/>
              <a:t>!</a:t>
            </a:r>
            <a:endParaRPr lang="ru-RU" sz="1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3" y="1347614"/>
            <a:ext cx="6274359" cy="308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13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024" y="-20538"/>
            <a:ext cx="8748464" cy="857250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>27</a:t>
            </a:r>
            <a:r>
              <a:rPr lang="uz-Cyrl-UZ" sz="2800" b="1" dirty="0"/>
              <a:t>. </a:t>
            </a:r>
            <a:r>
              <a:rPr lang="en-US" sz="2800" b="1" dirty="0" err="1"/>
              <a:t>Talabaning</a:t>
            </a:r>
            <a:r>
              <a:rPr lang="en-US" sz="2800" b="1" dirty="0"/>
              <a:t> </a:t>
            </a:r>
            <a:r>
              <a:rPr lang="en-US" sz="2800" b="1" dirty="0" err="1"/>
              <a:t>tizimga</a:t>
            </a:r>
            <a:r>
              <a:rPr lang="en-US" sz="2800" b="1" dirty="0"/>
              <a:t> </a:t>
            </a:r>
            <a:r>
              <a:rPr lang="en-US" sz="2800" b="1" dirty="0" err="1"/>
              <a:t>kirish</a:t>
            </a:r>
            <a:r>
              <a:rPr lang="en-US" sz="2800" b="1" dirty="0"/>
              <a:t> </a:t>
            </a:r>
            <a:r>
              <a:rPr lang="en-US" sz="2800" b="1" dirty="0" err="1"/>
              <a:t>tarixi</a:t>
            </a:r>
            <a:endParaRPr lang="uz-Cyrl-UZ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4678" y="627534"/>
            <a:ext cx="8831818" cy="3394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z-Cyrl-UZ" sz="1400" dirty="0"/>
              <a:t>Ушбу саҳифада талабалар ўзларининг тизимга кириш тарихини кўриши мумкин</a:t>
            </a:r>
            <a:endParaRPr lang="ru-RU" sz="1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1059582"/>
            <a:ext cx="8578034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4775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619672" y="339502"/>
            <a:ext cx="7772400" cy="1021556"/>
          </a:xfrm>
        </p:spPr>
        <p:txBody>
          <a:bodyPr/>
          <a:lstStyle/>
          <a:p>
            <a:r>
              <a:rPr lang="en-US" b="1" dirty="0" err="1"/>
              <a:t>E’tiboringiz</a:t>
            </a:r>
            <a:r>
              <a:rPr lang="en-US" b="1" dirty="0"/>
              <a:t> </a:t>
            </a:r>
            <a:r>
              <a:rPr lang="en-US" b="1" dirty="0" err="1"/>
              <a:t>uchun</a:t>
            </a:r>
            <a:r>
              <a:rPr lang="en-US" b="1" dirty="0"/>
              <a:t> </a:t>
            </a:r>
            <a:r>
              <a:rPr lang="en-US" b="1" dirty="0" err="1"/>
              <a:t>raxmat</a:t>
            </a:r>
            <a:r>
              <a:rPr lang="uz-Cyrl-UZ" b="1" dirty="0"/>
              <a:t>!!!</a:t>
            </a:r>
            <a:endParaRPr lang="ru-RU" b="1" dirty="0"/>
          </a:p>
        </p:txBody>
      </p:sp>
      <p:sp>
        <p:nvSpPr>
          <p:cNvPr id="2" name="Текст 1"/>
          <p:cNvSpPr>
            <a:spLocks noGrp="1"/>
          </p:cNvSpPr>
          <p:nvPr>
            <p:ph type="body" idx="1"/>
          </p:nvPr>
        </p:nvSpPr>
        <p:spPr>
          <a:xfrm>
            <a:off x="1624135" y="2067694"/>
            <a:ext cx="6400800" cy="720080"/>
          </a:xfrm>
        </p:spPr>
        <p:txBody>
          <a:bodyPr>
            <a:normAutofit/>
          </a:bodyPr>
          <a:lstStyle/>
          <a:p>
            <a:r>
              <a:rPr lang="en-US" sz="3200" dirty="0"/>
              <a:t>https://t.me/hemis_tdiu</a:t>
            </a:r>
          </a:p>
        </p:txBody>
      </p:sp>
    </p:spTree>
    <p:extLst>
      <p:ext uri="{BB962C8B-B14F-4D97-AF65-F5344CB8AC3E}">
        <p14:creationId xmlns:p14="http://schemas.microsoft.com/office/powerpoint/2010/main" val="3007306067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1625</TotalTime>
  <Words>482</Words>
  <Application>Microsoft Office PowerPoint</Application>
  <PresentationFormat>Экран (16:9)</PresentationFormat>
  <Paragraphs>75</Paragraphs>
  <Slides>32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Calibri</vt:lpstr>
      <vt:lpstr>Century Gothic</vt:lpstr>
      <vt:lpstr>Wingdings 3</vt:lpstr>
      <vt:lpstr>Сектор</vt:lpstr>
      <vt:lpstr>HEMIS ИНФОРМАЦИОННАЯ СИСТЕМА УПРАВЛЕНИЯ ПРОЦЕССАМИ ВЫСШЕГО ОБРАЗОВАНИЯ (HEMIS СТУДЕНТ)</vt:lpstr>
      <vt:lpstr>Структура информационной системы Hemis</vt:lpstr>
      <vt:lpstr>Учебные данные студентов</vt:lpstr>
      <vt:lpstr>1. Функционалы студенческого кабинета</vt:lpstr>
      <vt:lpstr>1.1 Функционалы студенческого кабинета</vt:lpstr>
      <vt:lpstr>2. Учебная программа и предметы для студентов</vt:lpstr>
      <vt:lpstr>3. Расписание занятий студента</vt:lpstr>
      <vt:lpstr>4. Talaba nazoratlar jadvali</vt:lpstr>
      <vt:lpstr>5. Предметные ресурсы и задания</vt:lpstr>
      <vt:lpstr>6. Посещение занятий</vt:lpstr>
      <vt:lpstr>7. Fanlardan o’zlashtirish natijalari</vt:lpstr>
      <vt:lpstr>8. Fanlardan imtihonlar ro’yhati</vt:lpstr>
      <vt:lpstr>9. Reyting daftarcha!</vt:lpstr>
      <vt:lpstr>10. Fan tanlov! </vt:lpstr>
      <vt:lpstr>11. Tanlov fanlarni e’lon qilingandan so’ng e’tibor bilan belgilang!!!</vt:lpstr>
      <vt:lpstr>12. Tanlash jarayoni</vt:lpstr>
      <vt:lpstr>13. Tanlov fanlarni ko’rish</vt:lpstr>
      <vt:lpstr>14. Tanlov fanlarining guruhlari</vt:lpstr>
      <vt:lpstr>15. Tanlov fanlarining guruhlari</vt:lpstr>
      <vt:lpstr>16. Qayta o’qish</vt:lpstr>
      <vt:lpstr>17. Qayta o’qishga ariza yuborish</vt:lpstr>
      <vt:lpstr>18. Talabalarga nisbatan chiqarilgan buyuruqlar </vt:lpstr>
      <vt:lpstr>19. Talabalarga berilagan shartnomalar</vt:lpstr>
      <vt:lpstr>20. ma’lumotnoma olish</vt:lpstr>
      <vt:lpstr>21. ma’lumotnoma olish tartibi</vt:lpstr>
      <vt:lpstr>22. Talabalarga beriladigan hujjatlar</vt:lpstr>
      <vt:lpstr>23. Bitiruv ishi</vt:lpstr>
      <vt:lpstr>24 Moliyaviy to’lov bo’limi</vt:lpstr>
      <vt:lpstr>25. Xabarlar almashish</vt:lpstr>
      <vt:lpstr>26. Talaba profili</vt:lpstr>
      <vt:lpstr>27. Talabaning tizimga kirish tarixi</vt:lpstr>
      <vt:lpstr>E’tiboringiz uchun raxmat!!!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Маълумотлар билан ишлаш тартиби</dc:title>
  <dc:creator>Utkir</dc:creator>
  <cp:lastModifiedBy>Behruz</cp:lastModifiedBy>
  <cp:revision>277</cp:revision>
  <dcterms:created xsi:type="dcterms:W3CDTF">2020-07-08T04:53:34Z</dcterms:created>
  <dcterms:modified xsi:type="dcterms:W3CDTF">2024-10-14T21:01:29Z</dcterms:modified>
</cp:coreProperties>
</file>